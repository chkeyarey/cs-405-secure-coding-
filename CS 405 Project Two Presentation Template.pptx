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4"/>
    <p:sldMasterId id="2147483700" r:id="rId5"/>
  </p:sldMasterIdLst>
  <p:notesMasterIdLst>
    <p:notesMasterId r:id="rId26"/>
  </p:notesMasterIdLst>
  <p:sldIdLst>
    <p:sldId id="256" r:id="rId6"/>
    <p:sldId id="270" r:id="rId7"/>
    <p:sldId id="257" r:id="rId8"/>
    <p:sldId id="258" r:id="rId9"/>
    <p:sldId id="259" r:id="rId10"/>
    <p:sldId id="260" r:id="rId11"/>
    <p:sldId id="285" r:id="rId12"/>
    <p:sldId id="286" r:id="rId13"/>
    <p:sldId id="263" r:id="rId14"/>
    <p:sldId id="287" r:id="rId15"/>
    <p:sldId id="288" r:id="rId16"/>
    <p:sldId id="289" r:id="rId17"/>
    <p:sldId id="264" r:id="rId18"/>
    <p:sldId id="265" r:id="rId19"/>
    <p:sldId id="266" r:id="rId20"/>
    <p:sldId id="267" r:id="rId21"/>
    <p:sldId id="291" r:id="rId22"/>
    <p:sldId id="269" r:id="rId23"/>
    <p:sldId id="292" r:id="rId24"/>
    <p:sldId id="284" r:id="rId25"/>
  </p:sldIdLst>
  <p:sldSz cx="12192000" cy="6858000"/>
  <p:notesSz cx="6858000" cy="9144000"/>
  <p:embeddedFontLst>
    <p:embeddedFont>
      <p:font typeface="Arial Nova" panose="020B0504020202020204" pitchFamily="34" charset="0"/>
      <p:regular r:id="rId27"/>
      <p:bold r:id="rId28"/>
    </p:embeddedFont>
    <p:embeddedFont>
      <p:font typeface="Barlow Semi Condensed" panose="00000506000000000000" pitchFamily="2" charset="0"/>
      <p:regular r:id="rId29"/>
      <p:bold r:id="rId30"/>
    </p:embeddedFont>
    <p:embeddedFont>
      <p:font typeface="Barlow Semi Condensed Medium" panose="00000606000000000000" pitchFamily="2" charset="0"/>
      <p:regular r:id="rId31"/>
      <p:italic r:id="rId32"/>
    </p:embeddedFont>
    <p:embeddedFont>
      <p:font typeface="Century Gothic" panose="020B0502020202020204" pitchFamily="34" charset="0"/>
      <p:regular r:id="rId33"/>
      <p:bold r:id="rId34"/>
      <p:italic r:id="rId35"/>
      <p:boldItalic r:id="rId36"/>
    </p:embeddedFont>
    <p:embeddedFont>
      <p:font typeface="Fjalla One" panose="02000506040000020004" pitchFamily="2" charset="0"/>
      <p:regular r:id="rId37"/>
    </p:embeddedFont>
    <p:embeddedFont>
      <p:font typeface="Proxima Nova" panose="020B0604020202020204" charset="0"/>
      <p:regular r:id="rId38"/>
      <p:bold r:id="rId39"/>
      <p:italic r:id="rId40"/>
      <p:boldItalic r:id="rId41"/>
    </p:embeddedFont>
    <p:embeddedFont>
      <p:font typeface="Proxima Nova Semibold" panose="020B0604020202020204" charset="0"/>
      <p:regular r:id="rId42"/>
      <p:bold r:id="rId43"/>
      <p:boldItalic r:id="rId44"/>
    </p:embeddedFont>
    <p:embeddedFont>
      <p:font typeface="Roboto Condensed Light" panose="02000000000000000000" pitchFamily="2" charset="0"/>
      <p:regular r:id="rId45"/>
    </p:embeddedFont>
  </p:embeddedFontLst>
  <p:custDataLst>
    <p:tags r:id="rId4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4A36"/>
    <a:srgbClr val="CCFF99"/>
    <a:srgbClr val="749E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6.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font" Target="fonts/font3.fntdata"/><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3"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5.fntdata"/><Relationship Id="rId44" Type="http://schemas.openxmlformats.org/officeDocument/2006/relationships/font" Target="fonts/font18.fntdata"/><Relationship Id="rId52"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tags" Target="tags/tag1.xml"/><Relationship Id="rId20" Type="http://schemas.openxmlformats.org/officeDocument/2006/relationships/slide" Target="slides/slide15.xml"/><Relationship Id="rId41" Type="http://schemas.openxmlformats.org/officeDocument/2006/relationships/font" Target="fonts/font15.fntdata"/><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58DE4DDF-EAE0-B84B-07E1-1749AB68AED4}"/>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9E13232B-F186-3138-6985-472693834A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62638D55-A561-32AE-BFCA-763F2D00A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394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51D0202B-9BCB-59A8-4EF6-471E9563FC48}"/>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D24E7F02-FC0F-7E17-1199-9D2132D7F7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24C2FCB4-DAFC-0F35-316F-3B45132823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99650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6F0F5B46-A48F-A800-EB51-1D3DE3909A87}"/>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D0113C65-E8A1-6914-A19F-871A794A72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72FF6F87-278B-378D-A5C4-3E9AA3B631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90784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856B5F3-1910-BB78-F4BE-69951793FF51}"/>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5B549482-C3DF-708C-42A9-745DB85359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E3A6DABF-BC27-6847-E46E-0103F96795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41576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7F12AC03-FA5A-D86F-9449-6BE67219A79D}"/>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8CB8F64B-172F-E5B9-4971-79F2AFAAA2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a:extLst>
              <a:ext uri="{FF2B5EF4-FFF2-40B4-BE49-F238E27FC236}">
                <a16:creationId xmlns:a16="http://schemas.microsoft.com/office/drawing/2014/main" id="{E16D79D4-5D58-4C11-D9AF-62490BACF5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5432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E9553037-195D-9C36-0F78-CBB55CB97D8B}"/>
            </a:ext>
          </a:extLst>
        </p:cNvPr>
        <p:cNvGrpSpPr/>
        <p:nvPr/>
      </p:nvGrpSpPr>
      <p:grpSpPr>
        <a:xfrm>
          <a:off x="0" y="0"/>
          <a:ext cx="0" cy="0"/>
          <a:chOff x="0" y="0"/>
          <a:chExt cx="0" cy="0"/>
        </a:xfrm>
      </p:grpSpPr>
      <p:sp>
        <p:nvSpPr>
          <p:cNvPr id="234" name="Google Shape;234;p14:notes">
            <a:extLst>
              <a:ext uri="{FF2B5EF4-FFF2-40B4-BE49-F238E27FC236}">
                <a16:creationId xmlns:a16="http://schemas.microsoft.com/office/drawing/2014/main" id="{F26EE012-674F-2AB4-DDF8-3B28FD706A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a:extLst>
              <a:ext uri="{FF2B5EF4-FFF2-40B4-BE49-F238E27FC236}">
                <a16:creationId xmlns:a16="http://schemas.microsoft.com/office/drawing/2014/main" id="{E55B9D28-8F51-97A9-DAA2-975032408F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84944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1"/>
        <p:cNvGrpSpPr/>
        <p:nvPr/>
      </p:nvGrpSpPr>
      <p:grpSpPr>
        <a:xfrm>
          <a:off x="0" y="0"/>
          <a:ext cx="0" cy="0"/>
          <a:chOff x="0" y="0"/>
          <a:chExt cx="0" cy="0"/>
        </a:xfrm>
      </p:grpSpPr>
      <p:sp>
        <p:nvSpPr>
          <p:cNvPr id="3602" name="Google Shape;3602;g8714a43093_5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3" name="Google Shape;3603;g8714a43093_5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6998208" y="2670048"/>
            <a:ext cx="4352400" cy="2389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6933"/>
            </a:lvl1pPr>
            <a:lvl2pPr lvl="1" algn="r" rtl="0">
              <a:spcBef>
                <a:spcPts val="0"/>
              </a:spcBef>
              <a:spcAft>
                <a:spcPts val="0"/>
              </a:spcAft>
              <a:buSzPts val="5200"/>
              <a:buNone/>
              <a:defRPr sz="6933"/>
            </a:lvl2pPr>
            <a:lvl3pPr lvl="2" algn="r" rtl="0">
              <a:spcBef>
                <a:spcPts val="0"/>
              </a:spcBef>
              <a:spcAft>
                <a:spcPts val="0"/>
              </a:spcAft>
              <a:buSzPts val="5200"/>
              <a:buNone/>
              <a:defRPr sz="6933"/>
            </a:lvl3pPr>
            <a:lvl4pPr lvl="3" algn="r" rtl="0">
              <a:spcBef>
                <a:spcPts val="0"/>
              </a:spcBef>
              <a:spcAft>
                <a:spcPts val="0"/>
              </a:spcAft>
              <a:buSzPts val="5200"/>
              <a:buNone/>
              <a:defRPr sz="6933"/>
            </a:lvl4pPr>
            <a:lvl5pPr lvl="4" algn="r" rtl="0">
              <a:spcBef>
                <a:spcPts val="0"/>
              </a:spcBef>
              <a:spcAft>
                <a:spcPts val="0"/>
              </a:spcAft>
              <a:buSzPts val="5200"/>
              <a:buNone/>
              <a:defRPr sz="6933"/>
            </a:lvl5pPr>
            <a:lvl6pPr lvl="5" algn="r" rtl="0">
              <a:spcBef>
                <a:spcPts val="0"/>
              </a:spcBef>
              <a:spcAft>
                <a:spcPts val="0"/>
              </a:spcAft>
              <a:buSzPts val="5200"/>
              <a:buNone/>
              <a:defRPr sz="6933"/>
            </a:lvl6pPr>
            <a:lvl7pPr lvl="6" algn="r" rtl="0">
              <a:spcBef>
                <a:spcPts val="0"/>
              </a:spcBef>
              <a:spcAft>
                <a:spcPts val="0"/>
              </a:spcAft>
              <a:buSzPts val="5200"/>
              <a:buNone/>
              <a:defRPr sz="6933"/>
            </a:lvl7pPr>
            <a:lvl8pPr lvl="7" algn="r" rtl="0">
              <a:spcBef>
                <a:spcPts val="0"/>
              </a:spcBef>
              <a:spcAft>
                <a:spcPts val="0"/>
              </a:spcAft>
              <a:buSzPts val="5200"/>
              <a:buNone/>
              <a:defRPr sz="6933"/>
            </a:lvl8pPr>
            <a:lvl9pPr lvl="8" algn="r" rtl="0">
              <a:spcBef>
                <a:spcPts val="0"/>
              </a:spcBef>
              <a:spcAft>
                <a:spcPts val="0"/>
              </a:spcAft>
              <a:buSzPts val="5200"/>
              <a:buNone/>
              <a:defRPr sz="6933"/>
            </a:lvl9pPr>
          </a:lstStyle>
          <a:p>
            <a:endParaRPr/>
          </a:p>
        </p:txBody>
      </p:sp>
      <p:sp>
        <p:nvSpPr>
          <p:cNvPr id="9" name="Google Shape;9;p2"/>
          <p:cNvSpPr txBox="1">
            <a:spLocks noGrp="1"/>
          </p:cNvSpPr>
          <p:nvPr>
            <p:ph type="subTitle" idx="1"/>
          </p:nvPr>
        </p:nvSpPr>
        <p:spPr>
          <a:xfrm>
            <a:off x="6998208" y="4962144"/>
            <a:ext cx="4352400" cy="119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7769400" y="601733"/>
            <a:ext cx="2230000" cy="168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10017233" y="610467"/>
            <a:ext cx="1106000" cy="9912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11131967" y="-8833"/>
            <a:ext cx="1062000" cy="1584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10752367" y="1183800"/>
            <a:ext cx="775733" cy="776467"/>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0" name="Google Shape;20;p2"/>
          <p:cNvGrpSpPr/>
          <p:nvPr/>
        </p:nvGrpSpPr>
        <p:grpSpPr>
          <a:xfrm>
            <a:off x="9804067" y="421701"/>
            <a:ext cx="389367" cy="390100"/>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5" name="Google Shape;25;p2"/>
          <p:cNvSpPr/>
          <p:nvPr/>
        </p:nvSpPr>
        <p:spPr>
          <a:xfrm>
            <a:off x="7587440" y="567744"/>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6" name="Google Shape;26;p2"/>
          <p:cNvSpPr/>
          <p:nvPr/>
        </p:nvSpPr>
        <p:spPr>
          <a:xfrm>
            <a:off x="7584434" y="564367"/>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7" name="Google Shape;27;p2"/>
          <p:cNvSpPr/>
          <p:nvPr/>
        </p:nvSpPr>
        <p:spPr>
          <a:xfrm>
            <a:off x="7636092" y="616413"/>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8" name="Google Shape;28;p2"/>
          <p:cNvSpPr/>
          <p:nvPr/>
        </p:nvSpPr>
        <p:spPr>
          <a:xfrm>
            <a:off x="7633104" y="613036"/>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9" name="Google Shape;29;p2"/>
          <p:cNvSpPr/>
          <p:nvPr/>
        </p:nvSpPr>
        <p:spPr>
          <a:xfrm>
            <a:off x="7688877" y="66918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 name="Google Shape;30;p2"/>
          <p:cNvSpPr/>
          <p:nvPr/>
        </p:nvSpPr>
        <p:spPr>
          <a:xfrm>
            <a:off x="7685887" y="666190"/>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31" name="Google Shape;31;p2"/>
          <p:cNvGrpSpPr/>
          <p:nvPr/>
        </p:nvGrpSpPr>
        <p:grpSpPr>
          <a:xfrm>
            <a:off x="7257800" y="385700"/>
            <a:ext cx="233351" cy="36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5" name="Google Shape;35;p2"/>
          <p:cNvGrpSpPr/>
          <p:nvPr/>
        </p:nvGrpSpPr>
        <p:grpSpPr>
          <a:xfrm>
            <a:off x="11320067" y="227833"/>
            <a:ext cx="233351" cy="36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9" name="Google Shape;39;p2"/>
          <p:cNvGrpSpPr/>
          <p:nvPr/>
        </p:nvGrpSpPr>
        <p:grpSpPr>
          <a:xfrm>
            <a:off x="10758334" y="2109067"/>
            <a:ext cx="233351" cy="36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1222999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grpSp>
        <p:nvGrpSpPr>
          <p:cNvPr id="44" name="Google Shape;44;p3"/>
          <p:cNvGrpSpPr/>
          <p:nvPr/>
        </p:nvGrpSpPr>
        <p:grpSpPr>
          <a:xfrm>
            <a:off x="2843532" y="951004"/>
            <a:ext cx="6504936" cy="4956005"/>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7" name="Google Shape;47;p3"/>
          <p:cNvSpPr txBox="1">
            <a:spLocks noGrp="1"/>
          </p:cNvSpPr>
          <p:nvPr>
            <p:ph type="title"/>
          </p:nvPr>
        </p:nvSpPr>
        <p:spPr>
          <a:xfrm>
            <a:off x="3962400" y="2974848"/>
            <a:ext cx="4267200" cy="107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48" name="Google Shape;48;p3"/>
          <p:cNvSpPr txBox="1">
            <a:spLocks noGrp="1"/>
          </p:cNvSpPr>
          <p:nvPr>
            <p:ph type="title" idx="2" hasCustomPrompt="1"/>
          </p:nvPr>
        </p:nvSpPr>
        <p:spPr>
          <a:xfrm>
            <a:off x="3962400" y="1548384"/>
            <a:ext cx="3956800" cy="142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12800"/>
            </a:lvl1pPr>
            <a:lvl2pPr lvl="1" algn="ctr" rtl="0">
              <a:spcBef>
                <a:spcPts val="0"/>
              </a:spcBef>
              <a:spcAft>
                <a:spcPts val="0"/>
              </a:spcAft>
              <a:buSzPts val="9600"/>
              <a:buNone/>
              <a:defRPr sz="12800"/>
            </a:lvl2pPr>
            <a:lvl3pPr lvl="2" algn="ctr" rtl="0">
              <a:spcBef>
                <a:spcPts val="0"/>
              </a:spcBef>
              <a:spcAft>
                <a:spcPts val="0"/>
              </a:spcAft>
              <a:buSzPts val="9600"/>
              <a:buNone/>
              <a:defRPr sz="12800"/>
            </a:lvl3pPr>
            <a:lvl4pPr lvl="3" algn="ctr" rtl="0">
              <a:spcBef>
                <a:spcPts val="0"/>
              </a:spcBef>
              <a:spcAft>
                <a:spcPts val="0"/>
              </a:spcAft>
              <a:buSzPts val="9600"/>
              <a:buNone/>
              <a:defRPr sz="12800"/>
            </a:lvl4pPr>
            <a:lvl5pPr lvl="4" algn="ctr" rtl="0">
              <a:spcBef>
                <a:spcPts val="0"/>
              </a:spcBef>
              <a:spcAft>
                <a:spcPts val="0"/>
              </a:spcAft>
              <a:buSzPts val="9600"/>
              <a:buNone/>
              <a:defRPr sz="12800"/>
            </a:lvl5pPr>
            <a:lvl6pPr lvl="5" algn="ctr" rtl="0">
              <a:spcBef>
                <a:spcPts val="0"/>
              </a:spcBef>
              <a:spcAft>
                <a:spcPts val="0"/>
              </a:spcAft>
              <a:buSzPts val="9600"/>
              <a:buNone/>
              <a:defRPr sz="12800"/>
            </a:lvl6pPr>
            <a:lvl7pPr lvl="6" algn="ctr" rtl="0">
              <a:spcBef>
                <a:spcPts val="0"/>
              </a:spcBef>
              <a:spcAft>
                <a:spcPts val="0"/>
              </a:spcAft>
              <a:buSzPts val="9600"/>
              <a:buNone/>
              <a:defRPr sz="12800"/>
            </a:lvl7pPr>
            <a:lvl8pPr lvl="7" algn="ctr" rtl="0">
              <a:spcBef>
                <a:spcPts val="0"/>
              </a:spcBef>
              <a:spcAft>
                <a:spcPts val="0"/>
              </a:spcAft>
              <a:buSzPts val="9600"/>
              <a:buNone/>
              <a:defRPr sz="12800"/>
            </a:lvl8pPr>
            <a:lvl9pPr lvl="8" algn="ctr" rtl="0">
              <a:spcBef>
                <a:spcPts val="0"/>
              </a:spcBef>
              <a:spcAft>
                <a:spcPts val="0"/>
              </a:spcAft>
              <a:buSzPts val="9600"/>
              <a:buNone/>
              <a:defRPr sz="12800"/>
            </a:lvl9pPr>
          </a:lstStyle>
          <a:p>
            <a:r>
              <a:t>xx%</a:t>
            </a:r>
          </a:p>
        </p:txBody>
      </p:sp>
      <p:sp>
        <p:nvSpPr>
          <p:cNvPr id="49" name="Google Shape;49;p3"/>
          <p:cNvSpPr txBox="1">
            <a:spLocks noGrp="1"/>
          </p:cNvSpPr>
          <p:nvPr>
            <p:ph type="subTitle" idx="1"/>
          </p:nvPr>
        </p:nvSpPr>
        <p:spPr>
          <a:xfrm>
            <a:off x="3964300" y="3998976"/>
            <a:ext cx="4267200" cy="914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577134" y="0"/>
            <a:ext cx="11037733" cy="68876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5571276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889504" y="4072128"/>
            <a:ext cx="6412800" cy="1512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5979326" y="5910667"/>
            <a:ext cx="233351" cy="36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5" name="Google Shape;115;p4"/>
          <p:cNvSpPr txBox="1">
            <a:spLocks noGrp="1"/>
          </p:cNvSpPr>
          <p:nvPr>
            <p:ph type="title"/>
          </p:nvPr>
        </p:nvSpPr>
        <p:spPr>
          <a:xfrm>
            <a:off x="2889504" y="3304032"/>
            <a:ext cx="64128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577134" y="0"/>
            <a:ext cx="11037733" cy="68876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5288920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2444861" y="451100"/>
            <a:ext cx="7302400" cy="816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77" name="Google Shape;177;p5"/>
          <p:cNvSpPr txBox="1">
            <a:spLocks noGrp="1"/>
          </p:cNvSpPr>
          <p:nvPr>
            <p:ph type="subTitle" idx="1"/>
          </p:nvPr>
        </p:nvSpPr>
        <p:spPr>
          <a:xfrm>
            <a:off x="6608064" y="3377184"/>
            <a:ext cx="2779600" cy="1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178" name="Google Shape;178;p5"/>
          <p:cNvSpPr txBox="1">
            <a:spLocks noGrp="1"/>
          </p:cNvSpPr>
          <p:nvPr>
            <p:ph type="subTitle" idx="2"/>
          </p:nvPr>
        </p:nvSpPr>
        <p:spPr>
          <a:xfrm>
            <a:off x="2791968" y="3377184"/>
            <a:ext cx="2779600" cy="1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179" name="Google Shape;179;p5"/>
          <p:cNvSpPr txBox="1">
            <a:spLocks noGrp="1"/>
          </p:cNvSpPr>
          <p:nvPr>
            <p:ph type="subTitle" idx="3"/>
          </p:nvPr>
        </p:nvSpPr>
        <p:spPr>
          <a:xfrm>
            <a:off x="6608064" y="2962656"/>
            <a:ext cx="2779600" cy="378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133">
                <a:solidFill>
                  <a:schemeClr val="accent1"/>
                </a:solidFill>
              </a:defRPr>
            </a:lvl2pPr>
            <a:lvl3pPr lvl="2" algn="ctr" rtl="0">
              <a:spcBef>
                <a:spcPts val="0"/>
              </a:spcBef>
              <a:spcAft>
                <a:spcPts val="0"/>
              </a:spcAft>
              <a:buNone/>
              <a:defRPr sz="2133">
                <a:solidFill>
                  <a:schemeClr val="accent1"/>
                </a:solidFill>
              </a:defRPr>
            </a:lvl3pPr>
            <a:lvl4pPr lvl="3" algn="ctr" rtl="0">
              <a:spcBef>
                <a:spcPts val="0"/>
              </a:spcBef>
              <a:spcAft>
                <a:spcPts val="0"/>
              </a:spcAft>
              <a:buNone/>
              <a:defRPr sz="2133">
                <a:solidFill>
                  <a:schemeClr val="accent1"/>
                </a:solidFill>
              </a:defRPr>
            </a:lvl4pPr>
            <a:lvl5pPr lvl="4" algn="ctr" rtl="0">
              <a:spcBef>
                <a:spcPts val="0"/>
              </a:spcBef>
              <a:spcAft>
                <a:spcPts val="0"/>
              </a:spcAft>
              <a:buNone/>
              <a:defRPr sz="2133">
                <a:solidFill>
                  <a:schemeClr val="accent1"/>
                </a:solidFill>
              </a:defRPr>
            </a:lvl5pPr>
            <a:lvl6pPr lvl="5" algn="ctr" rtl="0">
              <a:spcBef>
                <a:spcPts val="0"/>
              </a:spcBef>
              <a:spcAft>
                <a:spcPts val="0"/>
              </a:spcAft>
              <a:buNone/>
              <a:defRPr sz="2133">
                <a:solidFill>
                  <a:schemeClr val="accent1"/>
                </a:solidFill>
              </a:defRPr>
            </a:lvl6pPr>
            <a:lvl7pPr lvl="6" algn="ctr" rtl="0">
              <a:spcBef>
                <a:spcPts val="0"/>
              </a:spcBef>
              <a:spcAft>
                <a:spcPts val="0"/>
              </a:spcAft>
              <a:buNone/>
              <a:defRPr sz="2133">
                <a:solidFill>
                  <a:schemeClr val="accent1"/>
                </a:solidFill>
              </a:defRPr>
            </a:lvl7pPr>
            <a:lvl8pPr lvl="7" algn="ctr" rtl="0">
              <a:spcBef>
                <a:spcPts val="0"/>
              </a:spcBef>
              <a:spcAft>
                <a:spcPts val="0"/>
              </a:spcAft>
              <a:buNone/>
              <a:defRPr sz="2133">
                <a:solidFill>
                  <a:schemeClr val="accent1"/>
                </a:solidFill>
              </a:defRPr>
            </a:lvl8pPr>
            <a:lvl9pPr lvl="8" algn="ctr" rtl="0">
              <a:spcBef>
                <a:spcPts val="0"/>
              </a:spcBef>
              <a:spcAft>
                <a:spcPts val="0"/>
              </a:spcAft>
              <a:buNone/>
              <a:defRPr sz="2133">
                <a:solidFill>
                  <a:schemeClr val="accent1"/>
                </a:solidFill>
              </a:defRPr>
            </a:lvl9pPr>
          </a:lstStyle>
          <a:p>
            <a:endParaRPr/>
          </a:p>
        </p:txBody>
      </p:sp>
      <p:sp>
        <p:nvSpPr>
          <p:cNvPr id="180" name="Google Shape;180;p5"/>
          <p:cNvSpPr txBox="1">
            <a:spLocks noGrp="1"/>
          </p:cNvSpPr>
          <p:nvPr>
            <p:ph type="subTitle" idx="4"/>
          </p:nvPr>
        </p:nvSpPr>
        <p:spPr>
          <a:xfrm>
            <a:off x="2791968" y="2938272"/>
            <a:ext cx="2779600" cy="414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133">
                <a:solidFill>
                  <a:schemeClr val="accent1"/>
                </a:solidFill>
              </a:defRPr>
            </a:lvl2pPr>
            <a:lvl3pPr lvl="2" algn="ctr" rtl="0">
              <a:spcBef>
                <a:spcPts val="0"/>
              </a:spcBef>
              <a:spcAft>
                <a:spcPts val="0"/>
              </a:spcAft>
              <a:buNone/>
              <a:defRPr sz="2133">
                <a:solidFill>
                  <a:schemeClr val="accent1"/>
                </a:solidFill>
              </a:defRPr>
            </a:lvl3pPr>
            <a:lvl4pPr lvl="3" algn="ctr" rtl="0">
              <a:spcBef>
                <a:spcPts val="0"/>
              </a:spcBef>
              <a:spcAft>
                <a:spcPts val="0"/>
              </a:spcAft>
              <a:buNone/>
              <a:defRPr sz="2133">
                <a:solidFill>
                  <a:schemeClr val="accent1"/>
                </a:solidFill>
              </a:defRPr>
            </a:lvl4pPr>
            <a:lvl5pPr lvl="4" algn="ctr" rtl="0">
              <a:spcBef>
                <a:spcPts val="0"/>
              </a:spcBef>
              <a:spcAft>
                <a:spcPts val="0"/>
              </a:spcAft>
              <a:buNone/>
              <a:defRPr sz="2133">
                <a:solidFill>
                  <a:schemeClr val="accent1"/>
                </a:solidFill>
              </a:defRPr>
            </a:lvl5pPr>
            <a:lvl6pPr lvl="5" algn="ctr" rtl="0">
              <a:spcBef>
                <a:spcPts val="0"/>
              </a:spcBef>
              <a:spcAft>
                <a:spcPts val="0"/>
              </a:spcAft>
              <a:buNone/>
              <a:defRPr sz="2133">
                <a:solidFill>
                  <a:schemeClr val="accent1"/>
                </a:solidFill>
              </a:defRPr>
            </a:lvl6pPr>
            <a:lvl7pPr lvl="6" algn="ctr" rtl="0">
              <a:spcBef>
                <a:spcPts val="0"/>
              </a:spcBef>
              <a:spcAft>
                <a:spcPts val="0"/>
              </a:spcAft>
              <a:buNone/>
              <a:defRPr sz="2133">
                <a:solidFill>
                  <a:schemeClr val="accent1"/>
                </a:solidFill>
              </a:defRPr>
            </a:lvl7pPr>
            <a:lvl8pPr lvl="7" algn="ctr" rtl="0">
              <a:spcBef>
                <a:spcPts val="0"/>
              </a:spcBef>
              <a:spcAft>
                <a:spcPts val="0"/>
              </a:spcAft>
              <a:buNone/>
              <a:defRPr sz="2133">
                <a:solidFill>
                  <a:schemeClr val="accent1"/>
                </a:solidFill>
              </a:defRPr>
            </a:lvl8pPr>
            <a:lvl9pPr lvl="8" algn="ctr" rtl="0">
              <a:spcBef>
                <a:spcPts val="0"/>
              </a:spcBef>
              <a:spcAft>
                <a:spcPts val="0"/>
              </a:spcAft>
              <a:buNone/>
              <a:defRPr sz="2133">
                <a:solidFill>
                  <a:schemeClr val="accent1"/>
                </a:solidFill>
              </a:defRPr>
            </a:lvl9pPr>
          </a:lstStyle>
          <a:p>
            <a:endParaRPr/>
          </a:p>
        </p:txBody>
      </p:sp>
      <p:sp>
        <p:nvSpPr>
          <p:cNvPr id="181" name="Google Shape;181;p5"/>
          <p:cNvSpPr txBox="1">
            <a:spLocks noGrp="1"/>
          </p:cNvSpPr>
          <p:nvPr>
            <p:ph type="title" idx="5" hasCustomPrompt="1"/>
          </p:nvPr>
        </p:nvSpPr>
        <p:spPr>
          <a:xfrm>
            <a:off x="3706368" y="2170176"/>
            <a:ext cx="963200" cy="609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40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182" name="Google Shape;182;p5"/>
          <p:cNvSpPr txBox="1">
            <a:spLocks noGrp="1"/>
          </p:cNvSpPr>
          <p:nvPr>
            <p:ph type="title" idx="6" hasCustomPrompt="1"/>
          </p:nvPr>
        </p:nvSpPr>
        <p:spPr>
          <a:xfrm>
            <a:off x="7522464" y="2170176"/>
            <a:ext cx="963200" cy="609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40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grpSp>
        <p:nvGrpSpPr>
          <p:cNvPr id="183" name="Google Shape;183;p5"/>
          <p:cNvGrpSpPr/>
          <p:nvPr/>
        </p:nvGrpSpPr>
        <p:grpSpPr>
          <a:xfrm>
            <a:off x="577134" y="0"/>
            <a:ext cx="11037733" cy="68876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87588341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2431300" y="451104"/>
            <a:ext cx="73292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577134" y="0"/>
            <a:ext cx="11037733" cy="68876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08065429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1072896" y="2645664"/>
            <a:ext cx="4389200" cy="1828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2533">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2533">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2533">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2533">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2533">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2533">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2533">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2533">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2533">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1072896" y="4425696"/>
            <a:ext cx="4389200" cy="5364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2194567" y="697500"/>
            <a:ext cx="2230000" cy="168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1070733" y="706233"/>
            <a:ext cx="1106000" cy="9912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86933"/>
            <a:ext cx="1062000" cy="1584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665867" y="1279567"/>
            <a:ext cx="775733" cy="776467"/>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16" name="Google Shape;316;p7"/>
          <p:cNvGrpSpPr/>
          <p:nvPr/>
        </p:nvGrpSpPr>
        <p:grpSpPr>
          <a:xfrm flipH="1">
            <a:off x="2000534" y="517467"/>
            <a:ext cx="389367" cy="390100"/>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21" name="Google Shape;321;p7"/>
          <p:cNvSpPr/>
          <p:nvPr/>
        </p:nvSpPr>
        <p:spPr>
          <a:xfrm flipH="1">
            <a:off x="4221708" y="663510"/>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22" name="Google Shape;322;p7"/>
          <p:cNvSpPr/>
          <p:nvPr/>
        </p:nvSpPr>
        <p:spPr>
          <a:xfrm flipH="1">
            <a:off x="4218719" y="660133"/>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23" name="Google Shape;323;p7"/>
          <p:cNvSpPr/>
          <p:nvPr/>
        </p:nvSpPr>
        <p:spPr>
          <a:xfrm flipH="1">
            <a:off x="4270374" y="71217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24" name="Google Shape;324;p7"/>
          <p:cNvSpPr/>
          <p:nvPr/>
        </p:nvSpPr>
        <p:spPr>
          <a:xfrm flipH="1">
            <a:off x="4267368" y="708803"/>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25" name="Google Shape;325;p7"/>
          <p:cNvSpPr/>
          <p:nvPr/>
        </p:nvSpPr>
        <p:spPr>
          <a:xfrm flipH="1">
            <a:off x="4323522" y="764946"/>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26" name="Google Shape;326;p7"/>
          <p:cNvSpPr/>
          <p:nvPr/>
        </p:nvSpPr>
        <p:spPr>
          <a:xfrm flipH="1">
            <a:off x="4320146" y="76195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327" name="Google Shape;327;p7"/>
          <p:cNvGrpSpPr/>
          <p:nvPr/>
        </p:nvGrpSpPr>
        <p:grpSpPr>
          <a:xfrm flipH="1">
            <a:off x="4702817" y="481467"/>
            <a:ext cx="233351" cy="36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31" name="Google Shape;331;p7"/>
          <p:cNvGrpSpPr/>
          <p:nvPr/>
        </p:nvGrpSpPr>
        <p:grpSpPr>
          <a:xfrm flipH="1">
            <a:off x="640550" y="323600"/>
            <a:ext cx="233351" cy="36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35" name="Google Shape;335;p7"/>
          <p:cNvGrpSpPr/>
          <p:nvPr/>
        </p:nvGrpSpPr>
        <p:grpSpPr>
          <a:xfrm flipH="1">
            <a:off x="1202283" y="2204833"/>
            <a:ext cx="233351" cy="36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339" name="Google Shape;339;p7"/>
          <p:cNvCxnSpPr/>
          <p:nvPr/>
        </p:nvCxnSpPr>
        <p:spPr>
          <a:xfrm>
            <a:off x="1055200" y="5616533"/>
            <a:ext cx="1542800" cy="7236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5627233"/>
            <a:ext cx="1055200" cy="11152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665867" y="5254567"/>
            <a:ext cx="775733" cy="776467"/>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48" name="Google Shape;348;p7"/>
          <p:cNvGrpSpPr/>
          <p:nvPr/>
        </p:nvGrpSpPr>
        <p:grpSpPr>
          <a:xfrm rot="10800000">
            <a:off x="2426101" y="6115667"/>
            <a:ext cx="389367" cy="390100"/>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53" name="Google Shape;353;p7"/>
          <p:cNvGrpSpPr/>
          <p:nvPr/>
        </p:nvGrpSpPr>
        <p:grpSpPr>
          <a:xfrm rot="10800000">
            <a:off x="283367" y="6194067"/>
            <a:ext cx="233333" cy="233333"/>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58" name="Google Shape;358;p7"/>
          <p:cNvGrpSpPr/>
          <p:nvPr/>
        </p:nvGrpSpPr>
        <p:grpSpPr>
          <a:xfrm rot="10800000">
            <a:off x="640550" y="6469767"/>
            <a:ext cx="233351" cy="36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62" name="Google Shape;362;p7"/>
          <p:cNvGrpSpPr/>
          <p:nvPr/>
        </p:nvGrpSpPr>
        <p:grpSpPr>
          <a:xfrm rot="10800000">
            <a:off x="1405483" y="5198133"/>
            <a:ext cx="233351" cy="36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06253496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66"/>
        <p:cNvGrpSpPr/>
        <p:nvPr/>
      </p:nvGrpSpPr>
      <p:grpSpPr>
        <a:xfrm>
          <a:off x="0" y="0"/>
          <a:ext cx="0" cy="0"/>
          <a:chOff x="0" y="0"/>
          <a:chExt cx="0" cy="0"/>
        </a:xfrm>
      </p:grpSpPr>
      <p:grpSp>
        <p:nvGrpSpPr>
          <p:cNvPr id="367" name="Google Shape;367;p8"/>
          <p:cNvGrpSpPr/>
          <p:nvPr/>
        </p:nvGrpSpPr>
        <p:grpSpPr>
          <a:xfrm>
            <a:off x="1799502" y="797889"/>
            <a:ext cx="8604973" cy="4841515"/>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70" name="Google Shape;370;p8"/>
          <p:cNvSpPr txBox="1">
            <a:spLocks noGrp="1"/>
          </p:cNvSpPr>
          <p:nvPr>
            <p:ph type="title"/>
          </p:nvPr>
        </p:nvSpPr>
        <p:spPr>
          <a:xfrm>
            <a:off x="3499104" y="2161004"/>
            <a:ext cx="5206000" cy="2536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9733"/>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endParaRPr/>
          </a:p>
        </p:txBody>
      </p:sp>
      <p:grpSp>
        <p:nvGrpSpPr>
          <p:cNvPr id="371" name="Google Shape;371;p8"/>
          <p:cNvGrpSpPr/>
          <p:nvPr/>
        </p:nvGrpSpPr>
        <p:grpSpPr>
          <a:xfrm>
            <a:off x="-9156" y="-8833"/>
            <a:ext cx="12203123" cy="6802733"/>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54693559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1194816" y="2718816"/>
            <a:ext cx="4754800" cy="18168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440" name="Google Shape;440;p9"/>
          <p:cNvSpPr txBox="1">
            <a:spLocks noGrp="1"/>
          </p:cNvSpPr>
          <p:nvPr>
            <p:ph type="body" idx="1"/>
          </p:nvPr>
        </p:nvSpPr>
        <p:spPr>
          <a:xfrm>
            <a:off x="6532200" y="1095800"/>
            <a:ext cx="4128000" cy="4638400"/>
          </a:xfrm>
          <a:prstGeom prst="rect">
            <a:avLst/>
          </a:prstGeom>
          <a:noFill/>
          <a:ln>
            <a:noFill/>
          </a:ln>
        </p:spPr>
        <p:txBody>
          <a:bodyPr spcFirstLastPara="1" wrap="square" lIns="91425" tIns="91425" rIns="91425" bIns="91425" anchor="t" anchorCtr="0">
            <a:noAutofit/>
          </a:bodyPr>
          <a:lstStyle>
            <a:lvl1pPr marL="609585" lvl="0"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1219170" lvl="1"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828754" lvl="2"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2438339" lvl="3"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3047924" lvl="4"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3657509" lvl="5"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4267093" lvl="6"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4876678" lvl="7"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5486263" lvl="8"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2194567" y="697500"/>
            <a:ext cx="2230000" cy="168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1070733" y="706233"/>
            <a:ext cx="1106000" cy="9912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86933"/>
            <a:ext cx="1062000" cy="1584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665867" y="1279567"/>
            <a:ext cx="775733" cy="776467"/>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51" name="Google Shape;451;p9"/>
          <p:cNvGrpSpPr/>
          <p:nvPr/>
        </p:nvGrpSpPr>
        <p:grpSpPr>
          <a:xfrm flipH="1">
            <a:off x="2000534" y="517467"/>
            <a:ext cx="389367" cy="390100"/>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56" name="Google Shape;456;p9"/>
          <p:cNvSpPr/>
          <p:nvPr/>
        </p:nvSpPr>
        <p:spPr>
          <a:xfrm flipH="1">
            <a:off x="4221708" y="663510"/>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57" name="Google Shape;457;p9"/>
          <p:cNvSpPr/>
          <p:nvPr/>
        </p:nvSpPr>
        <p:spPr>
          <a:xfrm flipH="1">
            <a:off x="4218719" y="660133"/>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58" name="Google Shape;458;p9"/>
          <p:cNvSpPr/>
          <p:nvPr/>
        </p:nvSpPr>
        <p:spPr>
          <a:xfrm flipH="1">
            <a:off x="4270374" y="71217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59" name="Google Shape;459;p9"/>
          <p:cNvSpPr/>
          <p:nvPr/>
        </p:nvSpPr>
        <p:spPr>
          <a:xfrm flipH="1">
            <a:off x="4267368" y="708803"/>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60" name="Google Shape;460;p9"/>
          <p:cNvSpPr/>
          <p:nvPr/>
        </p:nvSpPr>
        <p:spPr>
          <a:xfrm flipH="1">
            <a:off x="4323522" y="764946"/>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61" name="Google Shape;461;p9"/>
          <p:cNvSpPr/>
          <p:nvPr/>
        </p:nvSpPr>
        <p:spPr>
          <a:xfrm flipH="1">
            <a:off x="4320146" y="76195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462" name="Google Shape;462;p9"/>
          <p:cNvGrpSpPr/>
          <p:nvPr/>
        </p:nvGrpSpPr>
        <p:grpSpPr>
          <a:xfrm flipH="1">
            <a:off x="4702817" y="481467"/>
            <a:ext cx="233351" cy="36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66" name="Google Shape;466;p9"/>
          <p:cNvGrpSpPr/>
          <p:nvPr/>
        </p:nvGrpSpPr>
        <p:grpSpPr>
          <a:xfrm flipH="1">
            <a:off x="640550" y="323600"/>
            <a:ext cx="233351" cy="36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70" name="Google Shape;470;p9"/>
          <p:cNvGrpSpPr/>
          <p:nvPr/>
        </p:nvGrpSpPr>
        <p:grpSpPr>
          <a:xfrm flipH="1">
            <a:off x="1202283" y="2204833"/>
            <a:ext cx="233351" cy="36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474" name="Google Shape;474;p9"/>
          <p:cNvCxnSpPr/>
          <p:nvPr/>
        </p:nvCxnSpPr>
        <p:spPr>
          <a:xfrm>
            <a:off x="1055200" y="5616533"/>
            <a:ext cx="1542800" cy="7236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5627233"/>
            <a:ext cx="1055200" cy="11152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665867" y="5254567"/>
            <a:ext cx="775733" cy="776467"/>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83" name="Google Shape;483;p9"/>
          <p:cNvGrpSpPr/>
          <p:nvPr/>
        </p:nvGrpSpPr>
        <p:grpSpPr>
          <a:xfrm rot="10800000">
            <a:off x="2426101" y="6115667"/>
            <a:ext cx="389367" cy="390100"/>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88" name="Google Shape;488;p9"/>
          <p:cNvGrpSpPr/>
          <p:nvPr/>
        </p:nvGrpSpPr>
        <p:grpSpPr>
          <a:xfrm rot="10800000">
            <a:off x="283367" y="6194067"/>
            <a:ext cx="233333" cy="233333"/>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93" name="Google Shape;493;p9"/>
          <p:cNvGrpSpPr/>
          <p:nvPr/>
        </p:nvGrpSpPr>
        <p:grpSpPr>
          <a:xfrm rot="10800000">
            <a:off x="640550" y="6469767"/>
            <a:ext cx="233351" cy="36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97" name="Google Shape;497;p9"/>
          <p:cNvGrpSpPr/>
          <p:nvPr/>
        </p:nvGrpSpPr>
        <p:grpSpPr>
          <a:xfrm rot="10800000">
            <a:off x="1405483" y="5198133"/>
            <a:ext cx="233351" cy="36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35744956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01"/>
        <p:cNvGrpSpPr/>
        <p:nvPr/>
      </p:nvGrpSpPr>
      <p:grpSpPr>
        <a:xfrm>
          <a:off x="0" y="0"/>
          <a:ext cx="0" cy="0"/>
          <a:chOff x="0" y="0"/>
          <a:chExt cx="0" cy="0"/>
        </a:xfrm>
      </p:grpSpPr>
      <p:sp>
        <p:nvSpPr>
          <p:cNvPr id="502" name="Google Shape;502;p10"/>
          <p:cNvSpPr txBox="1">
            <a:spLocks noGrp="1"/>
          </p:cNvSpPr>
          <p:nvPr>
            <p:ph type="body" idx="1"/>
          </p:nvPr>
        </p:nvSpPr>
        <p:spPr>
          <a:xfrm>
            <a:off x="1496067" y="2596896"/>
            <a:ext cx="3718400" cy="1816800"/>
          </a:xfrm>
          <a:prstGeom prst="rect">
            <a:avLst/>
          </a:prstGeom>
          <a:noFill/>
          <a:ln>
            <a:noFill/>
          </a:ln>
        </p:spPr>
        <p:txBody>
          <a:bodyPr spcFirstLastPara="1" wrap="square" lIns="91425" tIns="91425" rIns="91425" bIns="91425" anchor="ctr" anchorCtr="0">
            <a:noAutofit/>
          </a:bodyPr>
          <a:lstStyle>
            <a:lvl1pPr marL="609585" lvl="0" indent="-304792">
              <a:lnSpc>
                <a:spcPct val="100000"/>
              </a:lnSpc>
              <a:spcBef>
                <a:spcPts val="0"/>
              </a:spcBef>
              <a:spcAft>
                <a:spcPts val="0"/>
              </a:spcAft>
              <a:buClr>
                <a:schemeClr val="dk2"/>
              </a:buClr>
              <a:buSzPts val="1600"/>
              <a:buFont typeface="Barlow Semi Condensed"/>
              <a:buNone/>
              <a:defRPr sz="2133">
                <a:solidFill>
                  <a:schemeClr val="dk2"/>
                </a:solidFill>
                <a:latin typeface="Barlow Semi Condensed"/>
                <a:ea typeface="Barlow Semi Condensed"/>
                <a:cs typeface="Barlow Semi Condensed"/>
                <a:sym typeface="Barlow Semi Condensed"/>
              </a:defRPr>
            </a:lvl1pPr>
          </a:lstStyle>
          <a:p>
            <a:endParaRPr/>
          </a:p>
        </p:txBody>
      </p:sp>
      <p:sp>
        <p:nvSpPr>
          <p:cNvPr id="503" name="Google Shape;503;p10"/>
          <p:cNvSpPr txBox="1">
            <a:spLocks noGrp="1"/>
          </p:cNvSpPr>
          <p:nvPr>
            <p:ph type="title"/>
          </p:nvPr>
        </p:nvSpPr>
        <p:spPr>
          <a:xfrm>
            <a:off x="2800800" y="463296"/>
            <a:ext cx="6596000" cy="78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cxnSp>
        <p:nvCxnSpPr>
          <p:cNvPr id="504" name="Google Shape;504;p10"/>
          <p:cNvCxnSpPr/>
          <p:nvPr/>
        </p:nvCxnSpPr>
        <p:spPr>
          <a:xfrm>
            <a:off x="787267" y="5787467"/>
            <a:ext cx="1617200" cy="56360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10"/>
          <p:cNvCxnSpPr/>
          <p:nvPr/>
        </p:nvCxnSpPr>
        <p:spPr>
          <a:xfrm rot="10800000" flipH="1">
            <a:off x="10633" y="5776800"/>
            <a:ext cx="776800" cy="872400"/>
          </a:xfrm>
          <a:prstGeom prst="straightConnector1">
            <a:avLst/>
          </a:prstGeom>
          <a:noFill/>
          <a:ln w="9525" cap="flat" cmpd="sng">
            <a:solidFill>
              <a:schemeClr val="dk1"/>
            </a:solidFill>
            <a:prstDash val="solid"/>
            <a:round/>
            <a:headEnd type="none" w="med" len="med"/>
            <a:tailEnd type="none" w="med" len="med"/>
          </a:ln>
        </p:spPr>
      </p:cxnSp>
      <p:grpSp>
        <p:nvGrpSpPr>
          <p:cNvPr id="506" name="Google Shape;506;p10"/>
          <p:cNvGrpSpPr/>
          <p:nvPr/>
        </p:nvGrpSpPr>
        <p:grpSpPr>
          <a:xfrm flipH="1">
            <a:off x="575634" y="5578367"/>
            <a:ext cx="389367" cy="390100"/>
            <a:chOff x="7353050" y="316275"/>
            <a:chExt cx="292025" cy="292575"/>
          </a:xfrm>
        </p:grpSpPr>
        <p:sp>
          <p:nvSpPr>
            <p:cNvPr id="507" name="Google Shape;507;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8" name="Google Shape;508;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9" name="Google Shape;509;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0" name="Google Shape;510;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11" name="Google Shape;511;p10"/>
          <p:cNvGrpSpPr/>
          <p:nvPr/>
        </p:nvGrpSpPr>
        <p:grpSpPr>
          <a:xfrm>
            <a:off x="2195619" y="6155433"/>
            <a:ext cx="390815" cy="391184"/>
            <a:chOff x="3164039" y="430875"/>
            <a:chExt cx="293111" cy="293388"/>
          </a:xfrm>
        </p:grpSpPr>
        <p:sp>
          <p:nvSpPr>
            <p:cNvPr id="512" name="Google Shape;512;p1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3" name="Google Shape;513;p1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4" name="Google Shape;514;p1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5" name="Google Shape;515;p1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6" name="Google Shape;516;p1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7" name="Google Shape;517;p1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518" name="Google Shape;518;p10"/>
          <p:cNvCxnSpPr/>
          <p:nvPr/>
        </p:nvCxnSpPr>
        <p:spPr>
          <a:xfrm rot="10800000">
            <a:off x="9595967" y="393467"/>
            <a:ext cx="1542800" cy="72360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10"/>
          <p:cNvCxnSpPr/>
          <p:nvPr/>
        </p:nvCxnSpPr>
        <p:spPr>
          <a:xfrm flipH="1">
            <a:off x="11138767" y="-8833"/>
            <a:ext cx="1055200" cy="1115200"/>
          </a:xfrm>
          <a:prstGeom prst="straightConnector1">
            <a:avLst/>
          </a:prstGeom>
          <a:noFill/>
          <a:ln w="9525" cap="flat" cmpd="sng">
            <a:solidFill>
              <a:schemeClr val="dk1"/>
            </a:solidFill>
            <a:prstDash val="solid"/>
            <a:round/>
            <a:headEnd type="none" w="med" len="med"/>
            <a:tailEnd type="none" w="med" len="med"/>
          </a:ln>
        </p:spPr>
      </p:cxnSp>
      <p:grpSp>
        <p:nvGrpSpPr>
          <p:cNvPr id="520" name="Google Shape;520;p10"/>
          <p:cNvGrpSpPr/>
          <p:nvPr/>
        </p:nvGrpSpPr>
        <p:grpSpPr>
          <a:xfrm>
            <a:off x="10752367" y="702567"/>
            <a:ext cx="775733" cy="776467"/>
            <a:chOff x="8064275" y="887850"/>
            <a:chExt cx="581800" cy="582350"/>
          </a:xfrm>
        </p:grpSpPr>
        <p:sp>
          <p:nvSpPr>
            <p:cNvPr id="521" name="Google Shape;521;p1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2" name="Google Shape;522;p1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3" name="Google Shape;523;p1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4" name="Google Shape;524;p1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5" name="Google Shape;525;p1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6" name="Google Shape;526;p1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27" name="Google Shape;527;p10"/>
          <p:cNvGrpSpPr/>
          <p:nvPr/>
        </p:nvGrpSpPr>
        <p:grpSpPr>
          <a:xfrm>
            <a:off x="9378501" y="227834"/>
            <a:ext cx="389367" cy="390100"/>
            <a:chOff x="7353050" y="316275"/>
            <a:chExt cx="292025" cy="292575"/>
          </a:xfrm>
        </p:grpSpPr>
        <p:sp>
          <p:nvSpPr>
            <p:cNvPr id="528" name="Google Shape;528;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9" name="Google Shape;529;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0" name="Google Shape;530;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1" name="Google Shape;531;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32" name="Google Shape;532;p10"/>
          <p:cNvGrpSpPr/>
          <p:nvPr/>
        </p:nvGrpSpPr>
        <p:grpSpPr>
          <a:xfrm>
            <a:off x="11677267" y="306200"/>
            <a:ext cx="233333" cy="233333"/>
            <a:chOff x="8792300" y="321275"/>
            <a:chExt cx="175000" cy="175000"/>
          </a:xfrm>
        </p:grpSpPr>
        <p:sp>
          <p:nvSpPr>
            <p:cNvPr id="533" name="Google Shape;533;p1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4" name="Google Shape;534;p1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5" name="Google Shape;535;p1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6" name="Google Shape;536;p1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37" name="Google Shape;537;p10"/>
          <p:cNvGrpSpPr/>
          <p:nvPr/>
        </p:nvGrpSpPr>
        <p:grpSpPr>
          <a:xfrm>
            <a:off x="11320067" y="227833"/>
            <a:ext cx="233351" cy="36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9" name="Google Shape;539;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0" name="Google Shape;540;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41" name="Google Shape;541;p10"/>
          <p:cNvGrpSpPr/>
          <p:nvPr/>
        </p:nvGrpSpPr>
        <p:grpSpPr>
          <a:xfrm>
            <a:off x="10555134" y="1499467"/>
            <a:ext cx="233351" cy="36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3" name="Google Shape;543;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4" name="Google Shape;544;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64918746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45"/>
        <p:cNvGrpSpPr/>
        <p:nvPr/>
      </p:nvGrpSpPr>
      <p:grpSpPr>
        <a:xfrm>
          <a:off x="0" y="0"/>
          <a:ext cx="0" cy="0"/>
          <a:chOff x="0" y="0"/>
          <a:chExt cx="0" cy="0"/>
        </a:xfrm>
      </p:grpSpPr>
      <p:grpSp>
        <p:nvGrpSpPr>
          <p:cNvPr id="546" name="Google Shape;546;p11"/>
          <p:cNvGrpSpPr/>
          <p:nvPr/>
        </p:nvGrpSpPr>
        <p:grpSpPr>
          <a:xfrm rot="10800000">
            <a:off x="2606431" y="1499792"/>
            <a:ext cx="6979139" cy="4092192"/>
            <a:chOff x="1098425" y="237675"/>
            <a:chExt cx="5358675" cy="5174750"/>
          </a:xfrm>
        </p:grpSpPr>
        <p:sp>
          <p:nvSpPr>
            <p:cNvPr id="547" name="Google Shape;547;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8" name="Google Shape;548;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9" name="Google Shape;549;p11"/>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50" name="Google Shape;550;p11"/>
          <p:cNvSpPr txBox="1">
            <a:spLocks noGrp="1"/>
          </p:cNvSpPr>
          <p:nvPr>
            <p:ph type="subTitle" idx="1"/>
          </p:nvPr>
        </p:nvSpPr>
        <p:spPr>
          <a:xfrm>
            <a:off x="4303776" y="3755136"/>
            <a:ext cx="3572400" cy="8780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cxnSp>
        <p:nvCxnSpPr>
          <p:cNvPr id="551" name="Google Shape;551;p11"/>
          <p:cNvCxnSpPr/>
          <p:nvPr/>
        </p:nvCxnSpPr>
        <p:spPr>
          <a:xfrm rot="5400000">
            <a:off x="9692944" y="4432733"/>
            <a:ext cx="1510800" cy="4084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1"/>
          <p:cNvCxnSpPr/>
          <p:nvPr/>
        </p:nvCxnSpPr>
        <p:spPr>
          <a:xfrm rot="-5400000" flipH="1">
            <a:off x="9575211" y="2776533"/>
            <a:ext cx="1789600" cy="4204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1"/>
          <p:cNvCxnSpPr/>
          <p:nvPr/>
        </p:nvCxnSpPr>
        <p:spPr>
          <a:xfrm rot="5400000">
            <a:off x="9643244" y="981833"/>
            <a:ext cx="1776000" cy="5228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1"/>
          <p:cNvCxnSpPr/>
          <p:nvPr/>
        </p:nvCxnSpPr>
        <p:spPr>
          <a:xfrm rot="5400000">
            <a:off x="10891244" y="-88800"/>
            <a:ext cx="365200" cy="542800"/>
          </a:xfrm>
          <a:prstGeom prst="straightConnector1">
            <a:avLst/>
          </a:prstGeom>
          <a:noFill/>
          <a:ln w="9525" cap="flat" cmpd="sng">
            <a:solidFill>
              <a:schemeClr val="dk1"/>
            </a:solidFill>
            <a:prstDash val="solid"/>
            <a:round/>
            <a:headEnd type="none" w="med" len="med"/>
            <a:tailEnd type="none" w="med" len="med"/>
          </a:ln>
        </p:spPr>
      </p:cxnSp>
      <p:grpSp>
        <p:nvGrpSpPr>
          <p:cNvPr id="555" name="Google Shape;555;p11"/>
          <p:cNvGrpSpPr/>
          <p:nvPr/>
        </p:nvGrpSpPr>
        <p:grpSpPr>
          <a:xfrm rot="5400000" flipH="1">
            <a:off x="9876444" y="1713233"/>
            <a:ext cx="775733" cy="776467"/>
            <a:chOff x="8064275" y="887850"/>
            <a:chExt cx="581800" cy="582350"/>
          </a:xfrm>
        </p:grpSpPr>
        <p:sp>
          <p:nvSpPr>
            <p:cNvPr id="556" name="Google Shape;556;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7" name="Google Shape;557;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8" name="Google Shape;558;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9" name="Google Shape;559;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0" name="Google Shape;560;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1" name="Google Shape;561;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62" name="Google Shape;562;p11"/>
          <p:cNvGrpSpPr/>
          <p:nvPr/>
        </p:nvGrpSpPr>
        <p:grpSpPr>
          <a:xfrm rot="5400000" flipH="1">
            <a:off x="10492961" y="3672267"/>
            <a:ext cx="389367" cy="390100"/>
            <a:chOff x="7353050" y="316275"/>
            <a:chExt cx="292025" cy="292575"/>
          </a:xfrm>
        </p:grpSpPr>
        <p:sp>
          <p:nvSpPr>
            <p:cNvPr id="563" name="Google Shape;563;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4" name="Google Shape;564;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5" name="Google Shape;565;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6" name="Google Shape;566;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67" name="Google Shape;567;p11"/>
          <p:cNvGrpSpPr/>
          <p:nvPr/>
        </p:nvGrpSpPr>
        <p:grpSpPr>
          <a:xfrm rot="5400000" flipH="1">
            <a:off x="10683278" y="237567"/>
            <a:ext cx="233333" cy="233333"/>
            <a:chOff x="8792300" y="321275"/>
            <a:chExt cx="175000" cy="175000"/>
          </a:xfrm>
        </p:grpSpPr>
        <p:sp>
          <p:nvSpPr>
            <p:cNvPr id="568" name="Google Shape;568;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9" name="Google Shape;569;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0" name="Google Shape;570;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1" name="Google Shape;571;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72" name="Google Shape;572;p11"/>
          <p:cNvGrpSpPr/>
          <p:nvPr/>
        </p:nvGrpSpPr>
        <p:grpSpPr>
          <a:xfrm rot="5400000">
            <a:off x="10068911" y="5173235"/>
            <a:ext cx="390815" cy="391184"/>
            <a:chOff x="3164039" y="430875"/>
            <a:chExt cx="293111" cy="293388"/>
          </a:xfrm>
        </p:grpSpPr>
        <p:sp>
          <p:nvSpPr>
            <p:cNvPr id="573" name="Google Shape;573;p1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4" name="Google Shape;574;p1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5" name="Google Shape;575;p1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6" name="Google Shape;576;p1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7" name="Google Shape;577;p1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8" name="Google Shape;578;p1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79" name="Google Shape;579;p11"/>
          <p:cNvGrpSpPr/>
          <p:nvPr/>
        </p:nvGrpSpPr>
        <p:grpSpPr>
          <a:xfrm rot="5400000" flipH="1">
            <a:off x="11012070" y="430859"/>
            <a:ext cx="233351" cy="36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1" name="Google Shape;58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2" name="Google Shape;58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583" name="Google Shape;583;p11"/>
          <p:cNvCxnSpPr/>
          <p:nvPr/>
        </p:nvCxnSpPr>
        <p:spPr>
          <a:xfrm rot="5400000" flipH="1">
            <a:off x="987800" y="3464433"/>
            <a:ext cx="2230000" cy="16800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1"/>
          <p:cNvCxnSpPr/>
          <p:nvPr/>
        </p:nvCxnSpPr>
        <p:spPr>
          <a:xfrm rot="-5400000">
            <a:off x="1129467" y="4738667"/>
            <a:ext cx="1106000" cy="99120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1"/>
          <p:cNvCxnSpPr/>
          <p:nvPr/>
        </p:nvCxnSpPr>
        <p:spPr>
          <a:xfrm rot="5400000" flipH="1">
            <a:off x="1474367" y="5535000"/>
            <a:ext cx="1062000" cy="1584000"/>
          </a:xfrm>
          <a:prstGeom prst="straightConnector1">
            <a:avLst/>
          </a:prstGeom>
          <a:noFill/>
          <a:ln w="9525" cap="flat" cmpd="sng">
            <a:solidFill>
              <a:schemeClr val="dk1"/>
            </a:solidFill>
            <a:prstDash val="solid"/>
            <a:round/>
            <a:headEnd type="none" w="med" len="med"/>
            <a:tailEnd type="none" w="med" len="med"/>
          </a:ln>
        </p:spPr>
      </p:cxnSp>
      <p:grpSp>
        <p:nvGrpSpPr>
          <p:cNvPr id="586" name="Google Shape;586;p11"/>
          <p:cNvGrpSpPr/>
          <p:nvPr/>
        </p:nvGrpSpPr>
        <p:grpSpPr>
          <a:xfrm rot="5400000">
            <a:off x="828634" y="5416033"/>
            <a:ext cx="775733" cy="776467"/>
            <a:chOff x="8064275" y="887850"/>
            <a:chExt cx="581800" cy="582350"/>
          </a:xfrm>
        </p:grpSpPr>
        <p:sp>
          <p:nvSpPr>
            <p:cNvPr id="587" name="Google Shape;587;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8" name="Google Shape;588;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9" name="Google Shape;589;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0" name="Google Shape;590;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1" name="Google Shape;591;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2" name="Google Shape;592;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93" name="Google Shape;593;p11"/>
          <p:cNvGrpSpPr/>
          <p:nvPr/>
        </p:nvGrpSpPr>
        <p:grpSpPr>
          <a:xfrm rot="5400000">
            <a:off x="1977101" y="4467734"/>
            <a:ext cx="389367" cy="390100"/>
            <a:chOff x="7353050" y="316275"/>
            <a:chExt cx="292025" cy="292575"/>
          </a:xfrm>
        </p:grpSpPr>
        <p:sp>
          <p:nvSpPr>
            <p:cNvPr id="594" name="Google Shape;594;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5" name="Google Shape;595;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6" name="Google Shape;596;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7" name="Google Shape;597;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98" name="Google Shape;598;p11"/>
          <p:cNvGrpSpPr/>
          <p:nvPr/>
        </p:nvGrpSpPr>
        <p:grpSpPr>
          <a:xfrm rot="5400000">
            <a:off x="2126834" y="6387100"/>
            <a:ext cx="233333" cy="233333"/>
            <a:chOff x="8792300" y="321275"/>
            <a:chExt cx="175000" cy="175000"/>
          </a:xfrm>
        </p:grpSpPr>
        <p:sp>
          <p:nvSpPr>
            <p:cNvPr id="599" name="Google Shape;599;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0" name="Google Shape;600;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1" name="Google Shape;601;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2" name="Google Shape;602;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03" name="Google Shape;603;p11"/>
          <p:cNvSpPr/>
          <p:nvPr/>
        </p:nvSpPr>
        <p:spPr>
          <a:xfrm rot="5400000">
            <a:off x="1836156" y="2251658"/>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04" name="Google Shape;604;p11"/>
          <p:cNvSpPr/>
          <p:nvPr/>
        </p:nvSpPr>
        <p:spPr>
          <a:xfrm rot="5400000">
            <a:off x="1833168" y="2248281"/>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05" name="Google Shape;605;p11"/>
          <p:cNvSpPr/>
          <p:nvPr/>
        </p:nvSpPr>
        <p:spPr>
          <a:xfrm rot="5400000">
            <a:off x="1884814" y="230031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06" name="Google Shape;606;p11"/>
          <p:cNvSpPr/>
          <p:nvPr/>
        </p:nvSpPr>
        <p:spPr>
          <a:xfrm rot="5400000">
            <a:off x="1881817" y="2296952"/>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07" name="Google Shape;607;p11"/>
          <p:cNvSpPr/>
          <p:nvPr/>
        </p:nvSpPr>
        <p:spPr>
          <a:xfrm rot="5400000">
            <a:off x="1937786" y="235291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08" name="Google Shape;608;p11"/>
          <p:cNvSpPr/>
          <p:nvPr/>
        </p:nvSpPr>
        <p:spPr>
          <a:xfrm rot="5400000">
            <a:off x="1934595" y="235010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609" name="Google Shape;609;p11"/>
          <p:cNvGrpSpPr/>
          <p:nvPr/>
        </p:nvGrpSpPr>
        <p:grpSpPr>
          <a:xfrm rot="5400000">
            <a:off x="2268159" y="2020508"/>
            <a:ext cx="233351" cy="36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1" name="Google Shape;61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2" name="Google Shape;61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13" name="Google Shape;613;p11"/>
          <p:cNvGrpSpPr/>
          <p:nvPr/>
        </p:nvGrpSpPr>
        <p:grpSpPr>
          <a:xfrm rot="5400000">
            <a:off x="2426026" y="6082775"/>
            <a:ext cx="233351" cy="36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5" name="Google Shape;615;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6" name="Google Shape;616;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17" name="Google Shape;617;p11"/>
          <p:cNvGrpSpPr/>
          <p:nvPr/>
        </p:nvGrpSpPr>
        <p:grpSpPr>
          <a:xfrm rot="5400000">
            <a:off x="544793" y="5521041"/>
            <a:ext cx="233351" cy="36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9" name="Google Shape;619;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0" name="Google Shape;620;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21" name="Google Shape;621;p11"/>
          <p:cNvSpPr txBox="1">
            <a:spLocks noGrp="1"/>
          </p:cNvSpPr>
          <p:nvPr>
            <p:ph type="title" hasCustomPrompt="1"/>
          </p:nvPr>
        </p:nvSpPr>
        <p:spPr>
          <a:xfrm>
            <a:off x="3499104" y="2743200"/>
            <a:ext cx="5206000" cy="104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12800"/>
            </a:lvl1pPr>
            <a:lvl2pPr lvl="1" algn="ctr" rtl="0">
              <a:spcBef>
                <a:spcPts val="0"/>
              </a:spcBef>
              <a:spcAft>
                <a:spcPts val="0"/>
              </a:spcAft>
              <a:buSzPts val="9600"/>
              <a:buNone/>
              <a:defRPr sz="12800"/>
            </a:lvl2pPr>
            <a:lvl3pPr lvl="2" algn="ctr" rtl="0">
              <a:spcBef>
                <a:spcPts val="0"/>
              </a:spcBef>
              <a:spcAft>
                <a:spcPts val="0"/>
              </a:spcAft>
              <a:buSzPts val="9600"/>
              <a:buNone/>
              <a:defRPr sz="12800"/>
            </a:lvl3pPr>
            <a:lvl4pPr lvl="3" algn="ctr" rtl="0">
              <a:spcBef>
                <a:spcPts val="0"/>
              </a:spcBef>
              <a:spcAft>
                <a:spcPts val="0"/>
              </a:spcAft>
              <a:buSzPts val="9600"/>
              <a:buNone/>
              <a:defRPr sz="12800"/>
            </a:lvl4pPr>
            <a:lvl5pPr lvl="4" algn="ctr" rtl="0">
              <a:spcBef>
                <a:spcPts val="0"/>
              </a:spcBef>
              <a:spcAft>
                <a:spcPts val="0"/>
              </a:spcAft>
              <a:buSzPts val="9600"/>
              <a:buNone/>
              <a:defRPr sz="12800"/>
            </a:lvl5pPr>
            <a:lvl6pPr lvl="5" algn="ctr" rtl="0">
              <a:spcBef>
                <a:spcPts val="0"/>
              </a:spcBef>
              <a:spcAft>
                <a:spcPts val="0"/>
              </a:spcAft>
              <a:buSzPts val="9600"/>
              <a:buNone/>
              <a:defRPr sz="12800"/>
            </a:lvl6pPr>
            <a:lvl7pPr lvl="6" algn="ctr" rtl="0">
              <a:spcBef>
                <a:spcPts val="0"/>
              </a:spcBef>
              <a:spcAft>
                <a:spcPts val="0"/>
              </a:spcAft>
              <a:buSzPts val="9600"/>
              <a:buNone/>
              <a:defRPr sz="12800"/>
            </a:lvl7pPr>
            <a:lvl8pPr lvl="7" algn="ctr" rtl="0">
              <a:spcBef>
                <a:spcPts val="0"/>
              </a:spcBef>
              <a:spcAft>
                <a:spcPts val="0"/>
              </a:spcAft>
              <a:buSzPts val="9600"/>
              <a:buNone/>
              <a:defRPr sz="12800"/>
            </a:lvl8pPr>
            <a:lvl9pPr lvl="8" algn="ctr" rtl="0">
              <a:spcBef>
                <a:spcPts val="0"/>
              </a:spcBef>
              <a:spcAft>
                <a:spcPts val="0"/>
              </a:spcAft>
              <a:buSzPts val="9600"/>
              <a:buNone/>
              <a:defRPr sz="12800"/>
            </a:lvl9pPr>
          </a:lstStyle>
          <a:p>
            <a:r>
              <a:t>xx%</a:t>
            </a:r>
          </a:p>
        </p:txBody>
      </p:sp>
    </p:spTree>
    <p:extLst>
      <p:ext uri="{BB962C8B-B14F-4D97-AF65-F5344CB8AC3E}">
        <p14:creationId xmlns:p14="http://schemas.microsoft.com/office/powerpoint/2010/main" val="2819224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extLst>
      <p:ext uri="{BB962C8B-B14F-4D97-AF65-F5344CB8AC3E}">
        <p14:creationId xmlns:p14="http://schemas.microsoft.com/office/powerpoint/2010/main" val="2152709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7876032" y="475488"/>
            <a:ext cx="3486800" cy="76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2218944" y="573024"/>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2218944" y="950976"/>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2218944" y="2011680"/>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2218944" y="2389632"/>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2218944" y="3450336"/>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2218944" y="3828288"/>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2218944" y="4888992"/>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2218944" y="5266944"/>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1085088" y="963168"/>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4" name="Google Shape;634;p13"/>
          <p:cNvSpPr txBox="1">
            <a:spLocks noGrp="1"/>
          </p:cNvSpPr>
          <p:nvPr>
            <p:ph type="title" idx="13" hasCustomPrompt="1"/>
          </p:nvPr>
        </p:nvSpPr>
        <p:spPr>
          <a:xfrm>
            <a:off x="1085088" y="2401824"/>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5" name="Google Shape;635;p13"/>
          <p:cNvSpPr txBox="1">
            <a:spLocks noGrp="1"/>
          </p:cNvSpPr>
          <p:nvPr>
            <p:ph type="title" idx="14" hasCustomPrompt="1"/>
          </p:nvPr>
        </p:nvSpPr>
        <p:spPr>
          <a:xfrm>
            <a:off x="1085088" y="3840480"/>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6" name="Google Shape;636;p13"/>
          <p:cNvSpPr txBox="1">
            <a:spLocks noGrp="1"/>
          </p:cNvSpPr>
          <p:nvPr>
            <p:ph type="title" idx="15" hasCustomPrompt="1"/>
          </p:nvPr>
        </p:nvSpPr>
        <p:spPr>
          <a:xfrm>
            <a:off x="1085088" y="5279136"/>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Tree>
    <p:extLst>
      <p:ext uri="{BB962C8B-B14F-4D97-AF65-F5344CB8AC3E}">
        <p14:creationId xmlns:p14="http://schemas.microsoft.com/office/powerpoint/2010/main" val="29878374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of text">
  <p:cSld name="Three columns of text">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2292096" y="451104"/>
            <a:ext cx="7437200" cy="792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4925568" y="3218688"/>
            <a:ext cx="2353200" cy="438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365504" y="3218688"/>
            <a:ext cx="2353200" cy="438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8473440" y="3218688"/>
            <a:ext cx="2353200" cy="438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4925568" y="3767328"/>
            <a:ext cx="2353200" cy="1438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365504" y="3767328"/>
            <a:ext cx="2353200" cy="1438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8473440" y="3767328"/>
            <a:ext cx="2353200" cy="1438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348948" y="-1544"/>
            <a:ext cx="11400435" cy="53088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23733682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s of text">
  <p:cSld name="Four columns of text">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2091700" y="589800"/>
            <a:ext cx="8008400" cy="79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2279904" y="2060448"/>
            <a:ext cx="2593600" cy="50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2279904" y="2584704"/>
            <a:ext cx="2593600" cy="10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7290816" y="2060448"/>
            <a:ext cx="2596800" cy="50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7290816" y="2584704"/>
            <a:ext cx="2596800" cy="10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3767328" y="4267200"/>
            <a:ext cx="2593600" cy="50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3767328" y="4791456"/>
            <a:ext cx="2593600" cy="10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8619744" y="4267200"/>
            <a:ext cx="2658000" cy="50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8619744" y="4791456"/>
            <a:ext cx="2658000" cy="10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10812000" y="668367"/>
            <a:ext cx="983600" cy="9836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776633" y="376251"/>
            <a:ext cx="1617200" cy="5636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365584"/>
            <a:ext cx="776800" cy="8724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565001" y="167151"/>
            <a:ext cx="389367" cy="390100"/>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83" name="Google Shape;683;p15"/>
          <p:cNvGrpSpPr/>
          <p:nvPr/>
        </p:nvGrpSpPr>
        <p:grpSpPr>
          <a:xfrm>
            <a:off x="2184986" y="744217"/>
            <a:ext cx="390815" cy="391184"/>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90" name="Google Shape;690;p15"/>
          <p:cNvGrpSpPr/>
          <p:nvPr/>
        </p:nvGrpSpPr>
        <p:grpSpPr>
          <a:xfrm>
            <a:off x="2122334" y="483467"/>
            <a:ext cx="233351" cy="36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694" name="Google Shape;694;p15"/>
          <p:cNvCxnSpPr/>
          <p:nvPr/>
        </p:nvCxnSpPr>
        <p:spPr>
          <a:xfrm flipH="1">
            <a:off x="10868433" y="9167"/>
            <a:ext cx="1336800" cy="6592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10431834" y="269833"/>
            <a:ext cx="775733" cy="776467"/>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02" name="Google Shape;702;p15"/>
          <p:cNvGrpSpPr/>
          <p:nvPr/>
        </p:nvGrpSpPr>
        <p:grpSpPr>
          <a:xfrm flipH="1">
            <a:off x="11598201" y="1489985"/>
            <a:ext cx="389367" cy="390100"/>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07" name="Google Shape;707;p15"/>
          <p:cNvGrpSpPr/>
          <p:nvPr/>
        </p:nvGrpSpPr>
        <p:grpSpPr>
          <a:xfrm>
            <a:off x="11571134" y="2109067"/>
            <a:ext cx="233351" cy="36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42475885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2">
  <p:cSld name="Three columns of text 2">
    <p:spTree>
      <p:nvGrpSpPr>
        <p:cNvPr id="1" name="Shape 711"/>
        <p:cNvGrpSpPr/>
        <p:nvPr/>
      </p:nvGrpSpPr>
      <p:grpSpPr>
        <a:xfrm>
          <a:off x="0" y="0"/>
          <a:ext cx="0" cy="0"/>
          <a:chOff x="0" y="0"/>
          <a:chExt cx="0" cy="0"/>
        </a:xfrm>
      </p:grpSpPr>
      <p:cxnSp>
        <p:nvCxnSpPr>
          <p:cNvPr id="712" name="Google Shape;712;p16"/>
          <p:cNvCxnSpPr/>
          <p:nvPr/>
        </p:nvCxnSpPr>
        <p:spPr>
          <a:xfrm>
            <a:off x="787267" y="5787467"/>
            <a:ext cx="893600" cy="5640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16"/>
          <p:cNvSpPr txBox="1">
            <a:spLocks noGrp="1"/>
          </p:cNvSpPr>
          <p:nvPr>
            <p:ph type="title"/>
          </p:nvPr>
        </p:nvSpPr>
        <p:spPr>
          <a:xfrm>
            <a:off x="2944233" y="457033"/>
            <a:ext cx="6303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714" name="Google Shape;714;p16"/>
          <p:cNvCxnSpPr/>
          <p:nvPr/>
        </p:nvCxnSpPr>
        <p:spPr>
          <a:xfrm rot="10800000" flipH="1">
            <a:off x="0" y="5776733"/>
            <a:ext cx="787600" cy="885200"/>
          </a:xfrm>
          <a:prstGeom prst="straightConnector1">
            <a:avLst/>
          </a:prstGeom>
          <a:noFill/>
          <a:ln w="9525" cap="flat" cmpd="sng">
            <a:solidFill>
              <a:schemeClr val="dk1"/>
            </a:solidFill>
            <a:prstDash val="solid"/>
            <a:round/>
            <a:headEnd type="none" w="med" len="med"/>
            <a:tailEnd type="none" w="med" len="med"/>
          </a:ln>
        </p:spPr>
      </p:cxnSp>
      <p:grpSp>
        <p:nvGrpSpPr>
          <p:cNvPr id="715" name="Google Shape;715;p16"/>
          <p:cNvGrpSpPr/>
          <p:nvPr/>
        </p:nvGrpSpPr>
        <p:grpSpPr>
          <a:xfrm flipH="1">
            <a:off x="575634" y="5578367"/>
            <a:ext cx="389367" cy="390100"/>
            <a:chOff x="7353050" y="316275"/>
            <a:chExt cx="292025" cy="292575"/>
          </a:xfrm>
        </p:grpSpPr>
        <p:sp>
          <p:nvSpPr>
            <p:cNvPr id="716" name="Google Shape;716;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7" name="Google Shape;717;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8" name="Google Shape;718;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9" name="Google Shape;719;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20" name="Google Shape;720;p16"/>
          <p:cNvGrpSpPr/>
          <p:nvPr/>
        </p:nvGrpSpPr>
        <p:grpSpPr>
          <a:xfrm>
            <a:off x="1434386" y="6139567"/>
            <a:ext cx="390815" cy="391184"/>
            <a:chOff x="3164039" y="430875"/>
            <a:chExt cx="293111" cy="293388"/>
          </a:xfrm>
        </p:grpSpPr>
        <p:sp>
          <p:nvSpPr>
            <p:cNvPr id="721" name="Google Shape;721;p1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2" name="Google Shape;722;p1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3" name="Google Shape;723;p1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4" name="Google Shape;724;p1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5" name="Google Shape;725;p1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6" name="Google Shape;726;p1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727" name="Google Shape;727;p16"/>
          <p:cNvCxnSpPr/>
          <p:nvPr/>
        </p:nvCxnSpPr>
        <p:spPr>
          <a:xfrm rot="10800000">
            <a:off x="9595967" y="393467"/>
            <a:ext cx="1542800" cy="723600"/>
          </a:xfrm>
          <a:prstGeom prst="straightConnector1">
            <a:avLst/>
          </a:prstGeom>
          <a:noFill/>
          <a:ln w="9525" cap="flat" cmpd="sng">
            <a:solidFill>
              <a:schemeClr val="dk1"/>
            </a:solidFill>
            <a:prstDash val="solid"/>
            <a:round/>
            <a:headEnd type="none" w="med" len="med"/>
            <a:tailEnd type="none" w="med" len="med"/>
          </a:ln>
        </p:spPr>
      </p:cxnSp>
      <p:cxnSp>
        <p:nvCxnSpPr>
          <p:cNvPr id="728" name="Google Shape;728;p16"/>
          <p:cNvCxnSpPr/>
          <p:nvPr/>
        </p:nvCxnSpPr>
        <p:spPr>
          <a:xfrm flipH="1">
            <a:off x="11138767" y="-8833"/>
            <a:ext cx="1055200" cy="1115200"/>
          </a:xfrm>
          <a:prstGeom prst="straightConnector1">
            <a:avLst/>
          </a:prstGeom>
          <a:noFill/>
          <a:ln w="9525" cap="flat" cmpd="sng">
            <a:solidFill>
              <a:schemeClr val="dk1"/>
            </a:solidFill>
            <a:prstDash val="solid"/>
            <a:round/>
            <a:headEnd type="none" w="med" len="med"/>
            <a:tailEnd type="none" w="med" len="med"/>
          </a:ln>
        </p:spPr>
      </p:cxnSp>
      <p:grpSp>
        <p:nvGrpSpPr>
          <p:cNvPr id="729" name="Google Shape;729;p16"/>
          <p:cNvGrpSpPr/>
          <p:nvPr/>
        </p:nvGrpSpPr>
        <p:grpSpPr>
          <a:xfrm>
            <a:off x="10752367" y="702567"/>
            <a:ext cx="775733" cy="776467"/>
            <a:chOff x="8064275" y="887850"/>
            <a:chExt cx="581800" cy="582350"/>
          </a:xfrm>
        </p:grpSpPr>
        <p:sp>
          <p:nvSpPr>
            <p:cNvPr id="730" name="Google Shape;730;p1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1" name="Google Shape;731;p1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2" name="Google Shape;732;p1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3" name="Google Shape;733;p1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4" name="Google Shape;734;p1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5" name="Google Shape;735;p1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36" name="Google Shape;736;p16"/>
          <p:cNvGrpSpPr/>
          <p:nvPr/>
        </p:nvGrpSpPr>
        <p:grpSpPr>
          <a:xfrm>
            <a:off x="9378501" y="227834"/>
            <a:ext cx="389367" cy="390100"/>
            <a:chOff x="7353050" y="316275"/>
            <a:chExt cx="292025" cy="292575"/>
          </a:xfrm>
        </p:grpSpPr>
        <p:sp>
          <p:nvSpPr>
            <p:cNvPr id="737" name="Google Shape;737;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8" name="Google Shape;738;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9" name="Google Shape;739;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0" name="Google Shape;740;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41" name="Google Shape;741;p16"/>
          <p:cNvGrpSpPr/>
          <p:nvPr/>
        </p:nvGrpSpPr>
        <p:grpSpPr>
          <a:xfrm>
            <a:off x="11677267" y="306200"/>
            <a:ext cx="233333" cy="233333"/>
            <a:chOff x="8792300" y="321275"/>
            <a:chExt cx="175000" cy="175000"/>
          </a:xfrm>
        </p:grpSpPr>
        <p:sp>
          <p:nvSpPr>
            <p:cNvPr id="742" name="Google Shape;742;p1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3" name="Google Shape;743;p1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4" name="Google Shape;744;p1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5" name="Google Shape;745;p1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46" name="Google Shape;746;p16"/>
          <p:cNvGrpSpPr/>
          <p:nvPr/>
        </p:nvGrpSpPr>
        <p:grpSpPr>
          <a:xfrm>
            <a:off x="11320067" y="227833"/>
            <a:ext cx="233351" cy="36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8" name="Google Shape;748;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9" name="Google Shape;749;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50" name="Google Shape;750;p16"/>
          <p:cNvGrpSpPr/>
          <p:nvPr/>
        </p:nvGrpSpPr>
        <p:grpSpPr>
          <a:xfrm>
            <a:off x="10555134" y="1499467"/>
            <a:ext cx="233351" cy="36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2" name="Google Shape;752;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3" name="Google Shape;753;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54" name="Google Shape;754;p16"/>
          <p:cNvSpPr txBox="1">
            <a:spLocks noGrp="1"/>
          </p:cNvSpPr>
          <p:nvPr>
            <p:ph type="subTitle" idx="1"/>
          </p:nvPr>
        </p:nvSpPr>
        <p:spPr>
          <a:xfrm>
            <a:off x="8290560" y="2426208"/>
            <a:ext cx="2182400" cy="475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5" name="Google Shape;755;p16"/>
          <p:cNvSpPr txBox="1">
            <a:spLocks noGrp="1"/>
          </p:cNvSpPr>
          <p:nvPr>
            <p:ph type="subTitle" idx="2"/>
          </p:nvPr>
        </p:nvSpPr>
        <p:spPr>
          <a:xfrm>
            <a:off x="4998720" y="1670304"/>
            <a:ext cx="2182400" cy="475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6" name="Google Shape;756;p16"/>
          <p:cNvSpPr txBox="1">
            <a:spLocks noGrp="1"/>
          </p:cNvSpPr>
          <p:nvPr>
            <p:ph type="subTitle" idx="3"/>
          </p:nvPr>
        </p:nvSpPr>
        <p:spPr>
          <a:xfrm>
            <a:off x="1719072" y="2426208"/>
            <a:ext cx="2182400" cy="475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7" name="Google Shape;757;p16"/>
          <p:cNvSpPr txBox="1">
            <a:spLocks noGrp="1"/>
          </p:cNvSpPr>
          <p:nvPr>
            <p:ph type="subTitle" idx="4"/>
          </p:nvPr>
        </p:nvSpPr>
        <p:spPr>
          <a:xfrm>
            <a:off x="8290560" y="2852928"/>
            <a:ext cx="2182400" cy="1170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defRPr>
            </a:lvl1pPr>
            <a:lvl2pPr lvl="1" algn="ctr" rtl="0">
              <a:spcBef>
                <a:spcPts val="0"/>
              </a:spcBef>
              <a:spcAft>
                <a:spcPts val="0"/>
              </a:spcAft>
              <a:buNone/>
              <a:defRPr sz="2133">
                <a:solidFill>
                  <a:schemeClr val="dk2"/>
                </a:solidFill>
              </a:defRPr>
            </a:lvl2pPr>
            <a:lvl3pPr lvl="2" algn="ctr" rtl="0">
              <a:spcBef>
                <a:spcPts val="0"/>
              </a:spcBef>
              <a:spcAft>
                <a:spcPts val="0"/>
              </a:spcAft>
              <a:buNone/>
              <a:defRPr sz="2133">
                <a:solidFill>
                  <a:schemeClr val="dk2"/>
                </a:solidFill>
              </a:defRPr>
            </a:lvl3pPr>
            <a:lvl4pPr lvl="3" algn="ctr" rtl="0">
              <a:spcBef>
                <a:spcPts val="0"/>
              </a:spcBef>
              <a:spcAft>
                <a:spcPts val="0"/>
              </a:spcAft>
              <a:buNone/>
              <a:defRPr sz="2133">
                <a:solidFill>
                  <a:schemeClr val="dk2"/>
                </a:solidFill>
              </a:defRPr>
            </a:lvl4pPr>
            <a:lvl5pPr lvl="4" algn="ctr" rtl="0">
              <a:spcBef>
                <a:spcPts val="0"/>
              </a:spcBef>
              <a:spcAft>
                <a:spcPts val="0"/>
              </a:spcAft>
              <a:buNone/>
              <a:defRPr sz="2133">
                <a:solidFill>
                  <a:schemeClr val="dk2"/>
                </a:solidFill>
              </a:defRPr>
            </a:lvl5pPr>
            <a:lvl6pPr lvl="5" algn="ctr" rtl="0">
              <a:spcBef>
                <a:spcPts val="0"/>
              </a:spcBef>
              <a:spcAft>
                <a:spcPts val="0"/>
              </a:spcAft>
              <a:buNone/>
              <a:defRPr sz="2133">
                <a:solidFill>
                  <a:schemeClr val="dk2"/>
                </a:solidFill>
              </a:defRPr>
            </a:lvl6pPr>
            <a:lvl7pPr lvl="6" algn="ctr" rtl="0">
              <a:spcBef>
                <a:spcPts val="0"/>
              </a:spcBef>
              <a:spcAft>
                <a:spcPts val="0"/>
              </a:spcAft>
              <a:buNone/>
              <a:defRPr sz="2133">
                <a:solidFill>
                  <a:schemeClr val="dk2"/>
                </a:solidFill>
              </a:defRPr>
            </a:lvl7pPr>
            <a:lvl8pPr lvl="7" algn="ctr" rtl="0">
              <a:spcBef>
                <a:spcPts val="0"/>
              </a:spcBef>
              <a:spcAft>
                <a:spcPts val="0"/>
              </a:spcAft>
              <a:buNone/>
              <a:defRPr sz="2133">
                <a:solidFill>
                  <a:schemeClr val="dk2"/>
                </a:solidFill>
              </a:defRPr>
            </a:lvl8pPr>
            <a:lvl9pPr lvl="8" algn="ctr" rtl="0">
              <a:spcBef>
                <a:spcPts val="0"/>
              </a:spcBef>
              <a:spcAft>
                <a:spcPts val="0"/>
              </a:spcAft>
              <a:buNone/>
              <a:defRPr sz="2133">
                <a:solidFill>
                  <a:schemeClr val="dk2"/>
                </a:solidFill>
              </a:defRPr>
            </a:lvl9pPr>
          </a:lstStyle>
          <a:p>
            <a:endParaRPr/>
          </a:p>
        </p:txBody>
      </p:sp>
      <p:sp>
        <p:nvSpPr>
          <p:cNvPr id="758" name="Google Shape;758;p16"/>
          <p:cNvSpPr txBox="1">
            <a:spLocks noGrp="1"/>
          </p:cNvSpPr>
          <p:nvPr>
            <p:ph type="subTitle" idx="5"/>
          </p:nvPr>
        </p:nvSpPr>
        <p:spPr>
          <a:xfrm>
            <a:off x="4998720" y="2109216"/>
            <a:ext cx="2182400" cy="1170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759" name="Google Shape;759;p16"/>
          <p:cNvSpPr txBox="1">
            <a:spLocks noGrp="1"/>
          </p:cNvSpPr>
          <p:nvPr>
            <p:ph type="subTitle" idx="6"/>
          </p:nvPr>
        </p:nvSpPr>
        <p:spPr>
          <a:xfrm>
            <a:off x="1719072" y="2852928"/>
            <a:ext cx="2182400" cy="1170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181895739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x columns of text">
  <p:cSld name="Six columns of text">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4120896" y="451104"/>
            <a:ext cx="3950400" cy="768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762" name="Google Shape;762;p17"/>
          <p:cNvSpPr txBox="1">
            <a:spLocks noGrp="1"/>
          </p:cNvSpPr>
          <p:nvPr>
            <p:ph type="subTitle" idx="1"/>
          </p:nvPr>
        </p:nvSpPr>
        <p:spPr>
          <a:xfrm>
            <a:off x="2029900" y="2117781"/>
            <a:ext cx="2353200" cy="609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3" name="Google Shape;763;p17"/>
          <p:cNvSpPr txBox="1">
            <a:spLocks noGrp="1"/>
          </p:cNvSpPr>
          <p:nvPr>
            <p:ph type="subTitle" idx="2"/>
          </p:nvPr>
        </p:nvSpPr>
        <p:spPr>
          <a:xfrm>
            <a:off x="2029900" y="2570892"/>
            <a:ext cx="2353200" cy="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4" name="Google Shape;764;p17"/>
          <p:cNvSpPr txBox="1">
            <a:spLocks noGrp="1"/>
          </p:cNvSpPr>
          <p:nvPr>
            <p:ph type="subTitle" idx="3"/>
          </p:nvPr>
        </p:nvSpPr>
        <p:spPr>
          <a:xfrm>
            <a:off x="4919403" y="2117781"/>
            <a:ext cx="2353200" cy="60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5" name="Google Shape;765;p17"/>
          <p:cNvSpPr txBox="1">
            <a:spLocks noGrp="1"/>
          </p:cNvSpPr>
          <p:nvPr>
            <p:ph type="subTitle" idx="4"/>
          </p:nvPr>
        </p:nvSpPr>
        <p:spPr>
          <a:xfrm>
            <a:off x="4919403" y="2570892"/>
            <a:ext cx="2353200" cy="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a:endParaRPr/>
          </a:p>
        </p:txBody>
      </p:sp>
      <p:sp>
        <p:nvSpPr>
          <p:cNvPr id="766" name="Google Shape;766;p17"/>
          <p:cNvSpPr txBox="1">
            <a:spLocks noGrp="1"/>
          </p:cNvSpPr>
          <p:nvPr>
            <p:ph type="subTitle" idx="5"/>
          </p:nvPr>
        </p:nvSpPr>
        <p:spPr>
          <a:xfrm>
            <a:off x="7808900" y="2117781"/>
            <a:ext cx="2353200" cy="609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7" name="Google Shape;767;p17"/>
          <p:cNvSpPr txBox="1">
            <a:spLocks noGrp="1"/>
          </p:cNvSpPr>
          <p:nvPr>
            <p:ph type="subTitle" idx="6"/>
          </p:nvPr>
        </p:nvSpPr>
        <p:spPr>
          <a:xfrm>
            <a:off x="7808900" y="2570892"/>
            <a:ext cx="2353200" cy="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8" name="Google Shape;768;p17"/>
          <p:cNvSpPr txBox="1">
            <a:spLocks noGrp="1"/>
          </p:cNvSpPr>
          <p:nvPr>
            <p:ph type="subTitle" idx="7"/>
          </p:nvPr>
        </p:nvSpPr>
        <p:spPr>
          <a:xfrm>
            <a:off x="2029900" y="4287944"/>
            <a:ext cx="2353200" cy="609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9" name="Google Shape;769;p17"/>
          <p:cNvSpPr txBox="1">
            <a:spLocks noGrp="1"/>
          </p:cNvSpPr>
          <p:nvPr>
            <p:ph type="subTitle" idx="8"/>
          </p:nvPr>
        </p:nvSpPr>
        <p:spPr>
          <a:xfrm>
            <a:off x="2029900" y="4741356"/>
            <a:ext cx="2353200" cy="814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0" name="Google Shape;770;p17"/>
          <p:cNvSpPr txBox="1">
            <a:spLocks noGrp="1"/>
          </p:cNvSpPr>
          <p:nvPr>
            <p:ph type="subTitle" idx="9"/>
          </p:nvPr>
        </p:nvSpPr>
        <p:spPr>
          <a:xfrm>
            <a:off x="4796600" y="4287948"/>
            <a:ext cx="2598800" cy="609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1" name="Google Shape;771;p17"/>
          <p:cNvSpPr txBox="1">
            <a:spLocks noGrp="1"/>
          </p:cNvSpPr>
          <p:nvPr>
            <p:ph type="subTitle" idx="13"/>
          </p:nvPr>
        </p:nvSpPr>
        <p:spPr>
          <a:xfrm>
            <a:off x="4796667" y="4741356"/>
            <a:ext cx="2598800" cy="814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2" name="Google Shape;772;p17"/>
          <p:cNvSpPr txBox="1">
            <a:spLocks noGrp="1"/>
          </p:cNvSpPr>
          <p:nvPr>
            <p:ph type="subTitle" idx="14"/>
          </p:nvPr>
        </p:nvSpPr>
        <p:spPr>
          <a:xfrm>
            <a:off x="7808900" y="4287944"/>
            <a:ext cx="2353200" cy="609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133">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3" name="Google Shape;773;p17"/>
          <p:cNvSpPr txBox="1">
            <a:spLocks noGrp="1"/>
          </p:cNvSpPr>
          <p:nvPr>
            <p:ph type="subTitle" idx="15"/>
          </p:nvPr>
        </p:nvSpPr>
        <p:spPr>
          <a:xfrm>
            <a:off x="7808900" y="4741356"/>
            <a:ext cx="2353200" cy="814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774" name="Google Shape;774;p17"/>
          <p:cNvCxnSpPr/>
          <p:nvPr/>
        </p:nvCxnSpPr>
        <p:spPr>
          <a:xfrm>
            <a:off x="3872377" y="6017433"/>
            <a:ext cx="1510800" cy="4084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2082777" y="5989767"/>
            <a:ext cx="1789600" cy="4204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346077" y="5877333"/>
            <a:ext cx="1776000" cy="5228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9156" y="5324733"/>
            <a:ext cx="365200" cy="5428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704444" y="6017433"/>
            <a:ext cx="775733" cy="776467"/>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85" name="Google Shape;785;p17"/>
          <p:cNvGrpSpPr/>
          <p:nvPr/>
        </p:nvGrpSpPr>
        <p:grpSpPr>
          <a:xfrm flipH="1">
            <a:off x="3663478" y="5787285"/>
            <a:ext cx="389367" cy="390100"/>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90" name="Google Shape;790;p17"/>
          <p:cNvGrpSpPr/>
          <p:nvPr/>
        </p:nvGrpSpPr>
        <p:grpSpPr>
          <a:xfrm flipH="1">
            <a:off x="228411" y="5753367"/>
            <a:ext cx="233333" cy="233333"/>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95" name="Google Shape;795;p17"/>
          <p:cNvGrpSpPr/>
          <p:nvPr/>
        </p:nvGrpSpPr>
        <p:grpSpPr>
          <a:xfrm>
            <a:off x="5164263" y="6210067"/>
            <a:ext cx="390815" cy="391184"/>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02" name="Google Shape;802;p17"/>
          <p:cNvGrpSpPr/>
          <p:nvPr/>
        </p:nvGrpSpPr>
        <p:grpSpPr>
          <a:xfrm flipH="1">
            <a:off x="323027" y="5523233"/>
            <a:ext cx="233351" cy="36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806" name="Google Shape;806;p17"/>
          <p:cNvCxnSpPr/>
          <p:nvPr/>
        </p:nvCxnSpPr>
        <p:spPr>
          <a:xfrm rot="10800000">
            <a:off x="7993400" y="302133"/>
            <a:ext cx="2006000" cy="2996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10017233" y="610467"/>
            <a:ext cx="1106000" cy="9912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11131967" y="-8833"/>
            <a:ext cx="1062000" cy="1584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10752367" y="1387000"/>
            <a:ext cx="775733" cy="776467"/>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16" name="Google Shape;816;p17"/>
          <p:cNvGrpSpPr/>
          <p:nvPr/>
        </p:nvGrpSpPr>
        <p:grpSpPr>
          <a:xfrm>
            <a:off x="9804067" y="421701"/>
            <a:ext cx="389367" cy="390100"/>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21" name="Google Shape;821;p17"/>
          <p:cNvGrpSpPr/>
          <p:nvPr/>
        </p:nvGrpSpPr>
        <p:grpSpPr>
          <a:xfrm>
            <a:off x="11723067" y="428367"/>
            <a:ext cx="233333" cy="233333"/>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826" name="Google Shape;826;p17"/>
          <p:cNvSpPr/>
          <p:nvPr/>
        </p:nvSpPr>
        <p:spPr>
          <a:xfrm>
            <a:off x="7772406" y="91610"/>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27" name="Google Shape;827;p17"/>
          <p:cNvSpPr/>
          <p:nvPr/>
        </p:nvSpPr>
        <p:spPr>
          <a:xfrm>
            <a:off x="7769401" y="88233"/>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28" name="Google Shape;828;p17"/>
          <p:cNvSpPr/>
          <p:nvPr/>
        </p:nvSpPr>
        <p:spPr>
          <a:xfrm>
            <a:off x="7821059" y="14027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29" name="Google Shape;829;p17"/>
          <p:cNvSpPr/>
          <p:nvPr/>
        </p:nvSpPr>
        <p:spPr>
          <a:xfrm>
            <a:off x="7818070" y="136903"/>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30" name="Google Shape;830;p17"/>
          <p:cNvSpPr/>
          <p:nvPr/>
        </p:nvSpPr>
        <p:spPr>
          <a:xfrm>
            <a:off x="7873844" y="193046"/>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31" name="Google Shape;831;p17"/>
          <p:cNvSpPr/>
          <p:nvPr/>
        </p:nvSpPr>
        <p:spPr>
          <a:xfrm>
            <a:off x="7870854" y="19005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832" name="Google Shape;832;p17"/>
          <p:cNvGrpSpPr/>
          <p:nvPr/>
        </p:nvGrpSpPr>
        <p:grpSpPr>
          <a:xfrm>
            <a:off x="11320067" y="227833"/>
            <a:ext cx="233351" cy="36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36" name="Google Shape;836;p17"/>
          <p:cNvGrpSpPr/>
          <p:nvPr/>
        </p:nvGrpSpPr>
        <p:grpSpPr>
          <a:xfrm>
            <a:off x="11571134" y="2210667"/>
            <a:ext cx="233351" cy="36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60911396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2">
  <p:cSld name="Title and body 2">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694688" y="451104"/>
            <a:ext cx="8814800" cy="7316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6254500" y="1988468"/>
            <a:ext cx="4742800" cy="3541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10812000" y="668367"/>
            <a:ext cx="983600" cy="9836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776633" y="376251"/>
            <a:ext cx="1617200" cy="5636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365584"/>
            <a:ext cx="776800" cy="8724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565001" y="167151"/>
            <a:ext cx="389367" cy="390100"/>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51" name="Google Shape;851;p18"/>
          <p:cNvGrpSpPr/>
          <p:nvPr/>
        </p:nvGrpSpPr>
        <p:grpSpPr>
          <a:xfrm>
            <a:off x="2184986" y="744217"/>
            <a:ext cx="390815" cy="391184"/>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58" name="Google Shape;858;p18"/>
          <p:cNvGrpSpPr/>
          <p:nvPr/>
        </p:nvGrpSpPr>
        <p:grpSpPr>
          <a:xfrm>
            <a:off x="2122334" y="483467"/>
            <a:ext cx="233351" cy="36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862" name="Google Shape;862;p18"/>
          <p:cNvCxnSpPr/>
          <p:nvPr/>
        </p:nvCxnSpPr>
        <p:spPr>
          <a:xfrm flipH="1">
            <a:off x="10868433" y="9167"/>
            <a:ext cx="1336800" cy="6592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10431834" y="269833"/>
            <a:ext cx="775733" cy="776467"/>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70" name="Google Shape;870;p18"/>
          <p:cNvGrpSpPr/>
          <p:nvPr/>
        </p:nvGrpSpPr>
        <p:grpSpPr>
          <a:xfrm flipH="1">
            <a:off x="11598201" y="1489985"/>
            <a:ext cx="389367" cy="390100"/>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75" name="Google Shape;875;p18"/>
          <p:cNvGrpSpPr/>
          <p:nvPr/>
        </p:nvGrpSpPr>
        <p:grpSpPr>
          <a:xfrm>
            <a:off x="11571134" y="2109067"/>
            <a:ext cx="233351" cy="36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879" name="Google Shape;879;p18"/>
          <p:cNvCxnSpPr/>
          <p:nvPr/>
        </p:nvCxnSpPr>
        <p:spPr>
          <a:xfrm flipH="1">
            <a:off x="6802272" y="6017433"/>
            <a:ext cx="1510800" cy="4084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8313072" y="5989767"/>
            <a:ext cx="1789600" cy="4204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10063372" y="5877333"/>
            <a:ext cx="1776000" cy="5228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11829405" y="5324733"/>
            <a:ext cx="365200" cy="5428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9705272" y="6017433"/>
            <a:ext cx="775733" cy="776467"/>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90" name="Google Shape;890;p18"/>
          <p:cNvGrpSpPr/>
          <p:nvPr/>
        </p:nvGrpSpPr>
        <p:grpSpPr>
          <a:xfrm>
            <a:off x="8132606" y="5787285"/>
            <a:ext cx="389367" cy="390100"/>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95" name="Google Shape;895;p18"/>
          <p:cNvGrpSpPr/>
          <p:nvPr/>
        </p:nvGrpSpPr>
        <p:grpSpPr>
          <a:xfrm>
            <a:off x="11723706" y="5753367"/>
            <a:ext cx="233333" cy="233333"/>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00" name="Google Shape;900;p18"/>
          <p:cNvGrpSpPr/>
          <p:nvPr/>
        </p:nvGrpSpPr>
        <p:grpSpPr>
          <a:xfrm flipH="1">
            <a:off x="6630373" y="6210067"/>
            <a:ext cx="390815" cy="391184"/>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07" name="Google Shape;907;p18"/>
          <p:cNvGrpSpPr/>
          <p:nvPr/>
        </p:nvGrpSpPr>
        <p:grpSpPr>
          <a:xfrm>
            <a:off x="11629073" y="5523233"/>
            <a:ext cx="233351" cy="36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99194682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807233" y="512064"/>
            <a:ext cx="6583600" cy="14388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6400"/>
            </a:lvl1pPr>
            <a:lvl2pPr lvl="1">
              <a:spcBef>
                <a:spcPts val="0"/>
              </a:spcBef>
              <a:spcAft>
                <a:spcPts val="0"/>
              </a:spcAft>
              <a:buNone/>
              <a:defRPr sz="6400"/>
            </a:lvl2pPr>
            <a:lvl3pPr lvl="2">
              <a:spcBef>
                <a:spcPts val="0"/>
              </a:spcBef>
              <a:spcAft>
                <a:spcPts val="0"/>
              </a:spcAft>
              <a:buNone/>
              <a:defRPr sz="6400"/>
            </a:lvl3pPr>
            <a:lvl4pPr lvl="3">
              <a:spcBef>
                <a:spcPts val="0"/>
              </a:spcBef>
              <a:spcAft>
                <a:spcPts val="0"/>
              </a:spcAft>
              <a:buNone/>
              <a:defRPr sz="6400"/>
            </a:lvl4pPr>
            <a:lvl5pPr lvl="4">
              <a:spcBef>
                <a:spcPts val="0"/>
              </a:spcBef>
              <a:spcAft>
                <a:spcPts val="0"/>
              </a:spcAft>
              <a:buNone/>
              <a:defRPr sz="6400"/>
            </a:lvl5pPr>
            <a:lvl6pPr lvl="5">
              <a:spcBef>
                <a:spcPts val="0"/>
              </a:spcBef>
              <a:spcAft>
                <a:spcPts val="0"/>
              </a:spcAft>
              <a:buNone/>
              <a:defRPr sz="6400"/>
            </a:lvl6pPr>
            <a:lvl7pPr lvl="6">
              <a:spcBef>
                <a:spcPts val="0"/>
              </a:spcBef>
              <a:spcAft>
                <a:spcPts val="0"/>
              </a:spcAft>
              <a:buNone/>
              <a:defRPr sz="6400"/>
            </a:lvl7pPr>
            <a:lvl8pPr lvl="7">
              <a:spcBef>
                <a:spcPts val="0"/>
              </a:spcBef>
              <a:spcAft>
                <a:spcPts val="0"/>
              </a:spcAft>
              <a:buNone/>
              <a:defRPr sz="6400"/>
            </a:lvl8pPr>
            <a:lvl9pPr lvl="8">
              <a:spcBef>
                <a:spcPts val="0"/>
              </a:spcBef>
              <a:spcAft>
                <a:spcPts val="0"/>
              </a:spcAft>
              <a:buNone/>
              <a:defRPr sz="6400"/>
            </a:lvl9pPr>
          </a:lstStyle>
          <a:p>
            <a:endParaRPr/>
          </a:p>
        </p:txBody>
      </p:sp>
      <p:sp>
        <p:nvSpPr>
          <p:cNvPr id="913" name="Google Shape;913;p19"/>
          <p:cNvSpPr txBox="1">
            <a:spLocks noGrp="1"/>
          </p:cNvSpPr>
          <p:nvPr>
            <p:ph type="subTitle" idx="1"/>
          </p:nvPr>
        </p:nvSpPr>
        <p:spPr>
          <a:xfrm>
            <a:off x="4023360" y="2279904"/>
            <a:ext cx="4133200" cy="19140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2133">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3319167" y="4885600"/>
            <a:ext cx="5548800" cy="10164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0"/>
              </a:spcAft>
              <a:buNone/>
            </a:pPr>
            <a:r>
              <a:rPr lang="en" sz="1467">
                <a:solidFill>
                  <a:schemeClr val="accent1"/>
                </a:solidFill>
                <a:latin typeface="Barlow Semi Condensed Medium"/>
                <a:ea typeface="Barlow Semi Condensed Medium"/>
                <a:cs typeface="Barlow Semi Condensed Medium"/>
                <a:sym typeface="Barlow Semi Condensed Medium"/>
              </a:rPr>
              <a:t>CREDITS:</a:t>
            </a:r>
            <a:r>
              <a:rPr lang="en" sz="1467">
                <a:solidFill>
                  <a:schemeClr val="dk2"/>
                </a:solidFill>
                <a:latin typeface="Barlow Semi Condensed"/>
                <a:ea typeface="Barlow Semi Condensed"/>
                <a:cs typeface="Barlow Semi Condensed"/>
                <a:sym typeface="Barlow Semi Condensed"/>
              </a:rPr>
              <a:t> This presentation template was created by </a:t>
            </a:r>
            <a:r>
              <a:rPr lang="en" sz="1467">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467">
                <a:solidFill>
                  <a:schemeClr val="dk2"/>
                </a:solidFill>
                <a:latin typeface="Barlow Semi Condensed"/>
                <a:ea typeface="Barlow Semi Condensed"/>
                <a:cs typeface="Barlow Semi Condensed"/>
                <a:sym typeface="Barlow Semi Condensed"/>
              </a:rPr>
              <a:t>, including icons by </a:t>
            </a:r>
            <a:r>
              <a:rPr lang="en" sz="1467">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467">
                <a:solidFill>
                  <a:schemeClr val="dk2"/>
                </a:solidFill>
                <a:latin typeface="Barlow Semi Condensed"/>
                <a:ea typeface="Barlow Semi Condensed"/>
                <a:cs typeface="Barlow Semi Condensed"/>
                <a:sym typeface="Barlow Semi Condensed"/>
              </a:rPr>
              <a:t>, infographics &amp; images by </a:t>
            </a:r>
            <a:r>
              <a:rPr lang="en" sz="1467">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467">
                <a:solidFill>
                  <a:schemeClr val="dk2"/>
                </a:solidFill>
                <a:latin typeface="Barlow Semi Condensed"/>
                <a:ea typeface="Barlow Semi Condensed"/>
                <a:cs typeface="Barlow Semi Condensed"/>
                <a:sym typeface="Barlow Semi Condensed"/>
              </a:rPr>
              <a:t> and illustrations by </a:t>
            </a:r>
            <a:r>
              <a:rPr lang="en" sz="1467">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sz="1867">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sz="1867">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9692944" y="4432733"/>
            <a:ext cx="1510800" cy="4084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9575211" y="2776533"/>
            <a:ext cx="1789600" cy="4204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9643244" y="981833"/>
            <a:ext cx="1776000" cy="5228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10891244" y="-88800"/>
            <a:ext cx="365200" cy="5428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9876444" y="1713233"/>
            <a:ext cx="775733" cy="776467"/>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26" name="Google Shape;926;p19"/>
          <p:cNvGrpSpPr/>
          <p:nvPr/>
        </p:nvGrpSpPr>
        <p:grpSpPr>
          <a:xfrm rot="5400000" flipH="1">
            <a:off x="10492961" y="3672267"/>
            <a:ext cx="389367" cy="390100"/>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31" name="Google Shape;931;p19"/>
          <p:cNvGrpSpPr/>
          <p:nvPr/>
        </p:nvGrpSpPr>
        <p:grpSpPr>
          <a:xfrm rot="5400000" flipH="1">
            <a:off x="10683278" y="237567"/>
            <a:ext cx="233333" cy="233333"/>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36" name="Google Shape;936;p19"/>
          <p:cNvGrpSpPr/>
          <p:nvPr/>
        </p:nvGrpSpPr>
        <p:grpSpPr>
          <a:xfrm rot="5400000">
            <a:off x="10068911" y="5173235"/>
            <a:ext cx="390815" cy="391184"/>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43" name="Google Shape;943;p19"/>
          <p:cNvGrpSpPr/>
          <p:nvPr/>
        </p:nvGrpSpPr>
        <p:grpSpPr>
          <a:xfrm rot="5400000" flipH="1">
            <a:off x="11012070" y="430859"/>
            <a:ext cx="233351" cy="36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947" name="Google Shape;947;p19"/>
          <p:cNvCxnSpPr/>
          <p:nvPr/>
        </p:nvCxnSpPr>
        <p:spPr>
          <a:xfrm rot="5400000" flipH="1">
            <a:off x="987800" y="3464433"/>
            <a:ext cx="2230000" cy="168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1129467" y="4738667"/>
            <a:ext cx="1106000" cy="9912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474367" y="5535000"/>
            <a:ext cx="1062000" cy="1584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828634" y="5416033"/>
            <a:ext cx="775733" cy="776467"/>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57" name="Google Shape;957;p19"/>
          <p:cNvGrpSpPr/>
          <p:nvPr/>
        </p:nvGrpSpPr>
        <p:grpSpPr>
          <a:xfrm rot="5400000">
            <a:off x="1977101" y="4467734"/>
            <a:ext cx="389367" cy="390100"/>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62" name="Google Shape;962;p19"/>
          <p:cNvGrpSpPr/>
          <p:nvPr/>
        </p:nvGrpSpPr>
        <p:grpSpPr>
          <a:xfrm rot="5400000">
            <a:off x="2126834" y="6387100"/>
            <a:ext cx="233333" cy="233333"/>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67" name="Google Shape;967;p19"/>
          <p:cNvSpPr/>
          <p:nvPr/>
        </p:nvSpPr>
        <p:spPr>
          <a:xfrm rot="5400000">
            <a:off x="1836156" y="2251658"/>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68" name="Google Shape;968;p19"/>
          <p:cNvSpPr/>
          <p:nvPr/>
        </p:nvSpPr>
        <p:spPr>
          <a:xfrm rot="5400000">
            <a:off x="1833168" y="2248281"/>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69" name="Google Shape;969;p19"/>
          <p:cNvSpPr/>
          <p:nvPr/>
        </p:nvSpPr>
        <p:spPr>
          <a:xfrm rot="5400000">
            <a:off x="1884814" y="230031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70" name="Google Shape;970;p19"/>
          <p:cNvSpPr/>
          <p:nvPr/>
        </p:nvSpPr>
        <p:spPr>
          <a:xfrm rot="5400000">
            <a:off x="1881817" y="2296952"/>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71" name="Google Shape;971;p19"/>
          <p:cNvSpPr/>
          <p:nvPr/>
        </p:nvSpPr>
        <p:spPr>
          <a:xfrm rot="5400000">
            <a:off x="1937786" y="235291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72" name="Google Shape;972;p19"/>
          <p:cNvSpPr/>
          <p:nvPr/>
        </p:nvSpPr>
        <p:spPr>
          <a:xfrm rot="5400000">
            <a:off x="1934595" y="235010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973" name="Google Shape;973;p19"/>
          <p:cNvGrpSpPr/>
          <p:nvPr/>
        </p:nvGrpSpPr>
        <p:grpSpPr>
          <a:xfrm rot="5400000">
            <a:off x="2268159" y="2020508"/>
            <a:ext cx="233351" cy="36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77" name="Google Shape;977;p19"/>
          <p:cNvGrpSpPr/>
          <p:nvPr/>
        </p:nvGrpSpPr>
        <p:grpSpPr>
          <a:xfrm rot="5400000">
            <a:off x="2426026" y="6082775"/>
            <a:ext cx="233351" cy="36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81" name="Google Shape;981;p19"/>
          <p:cNvGrpSpPr/>
          <p:nvPr/>
        </p:nvGrpSpPr>
        <p:grpSpPr>
          <a:xfrm rot="5400000">
            <a:off x="544793" y="5521041"/>
            <a:ext cx="233351" cy="36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89808053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ghlighted numbers">
  <p:cSld name="Highlighted numbers">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3767328" y="938784"/>
            <a:ext cx="4645200" cy="756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4800">
                <a:solidFill>
                  <a:schemeClr val="accent1"/>
                </a:solidFill>
              </a:defRPr>
            </a:lvl1pPr>
            <a:lvl2pPr lvl="1" algn="ctr" rtl="0">
              <a:spcBef>
                <a:spcPts val="0"/>
              </a:spcBef>
              <a:spcAft>
                <a:spcPts val="0"/>
              </a:spcAft>
              <a:buClr>
                <a:schemeClr val="accent1"/>
              </a:buClr>
              <a:buSzPts val="3600"/>
              <a:buNone/>
              <a:defRPr sz="4800">
                <a:solidFill>
                  <a:schemeClr val="accent1"/>
                </a:solidFill>
              </a:defRPr>
            </a:lvl2pPr>
            <a:lvl3pPr lvl="2" algn="ctr" rtl="0">
              <a:spcBef>
                <a:spcPts val="0"/>
              </a:spcBef>
              <a:spcAft>
                <a:spcPts val="0"/>
              </a:spcAft>
              <a:buClr>
                <a:schemeClr val="accent1"/>
              </a:buClr>
              <a:buSzPts val="3600"/>
              <a:buNone/>
              <a:defRPr sz="4800">
                <a:solidFill>
                  <a:schemeClr val="accent1"/>
                </a:solidFill>
              </a:defRPr>
            </a:lvl3pPr>
            <a:lvl4pPr lvl="3" algn="ctr" rtl="0">
              <a:spcBef>
                <a:spcPts val="0"/>
              </a:spcBef>
              <a:spcAft>
                <a:spcPts val="0"/>
              </a:spcAft>
              <a:buClr>
                <a:schemeClr val="accent1"/>
              </a:buClr>
              <a:buSzPts val="3600"/>
              <a:buNone/>
              <a:defRPr sz="4800">
                <a:solidFill>
                  <a:schemeClr val="accent1"/>
                </a:solidFill>
              </a:defRPr>
            </a:lvl4pPr>
            <a:lvl5pPr lvl="4" algn="ctr" rtl="0">
              <a:spcBef>
                <a:spcPts val="0"/>
              </a:spcBef>
              <a:spcAft>
                <a:spcPts val="0"/>
              </a:spcAft>
              <a:buClr>
                <a:schemeClr val="accent1"/>
              </a:buClr>
              <a:buSzPts val="3600"/>
              <a:buNone/>
              <a:defRPr sz="4800">
                <a:solidFill>
                  <a:schemeClr val="accent1"/>
                </a:solidFill>
              </a:defRPr>
            </a:lvl5pPr>
            <a:lvl6pPr lvl="5" algn="ctr" rtl="0">
              <a:spcBef>
                <a:spcPts val="0"/>
              </a:spcBef>
              <a:spcAft>
                <a:spcPts val="0"/>
              </a:spcAft>
              <a:buClr>
                <a:schemeClr val="accent1"/>
              </a:buClr>
              <a:buSzPts val="3600"/>
              <a:buNone/>
              <a:defRPr sz="4800">
                <a:solidFill>
                  <a:schemeClr val="accent1"/>
                </a:solidFill>
              </a:defRPr>
            </a:lvl6pPr>
            <a:lvl7pPr lvl="6" algn="ctr" rtl="0">
              <a:spcBef>
                <a:spcPts val="0"/>
              </a:spcBef>
              <a:spcAft>
                <a:spcPts val="0"/>
              </a:spcAft>
              <a:buClr>
                <a:schemeClr val="accent1"/>
              </a:buClr>
              <a:buSzPts val="3600"/>
              <a:buNone/>
              <a:defRPr sz="4800">
                <a:solidFill>
                  <a:schemeClr val="accent1"/>
                </a:solidFill>
              </a:defRPr>
            </a:lvl7pPr>
            <a:lvl8pPr lvl="7" algn="ctr" rtl="0">
              <a:spcBef>
                <a:spcPts val="0"/>
              </a:spcBef>
              <a:spcAft>
                <a:spcPts val="0"/>
              </a:spcAft>
              <a:buClr>
                <a:schemeClr val="accent1"/>
              </a:buClr>
              <a:buSzPts val="3600"/>
              <a:buNone/>
              <a:defRPr sz="4800">
                <a:solidFill>
                  <a:schemeClr val="accent1"/>
                </a:solidFill>
              </a:defRPr>
            </a:lvl8pPr>
            <a:lvl9pPr lvl="8" algn="ctr" rtl="0">
              <a:spcBef>
                <a:spcPts val="0"/>
              </a:spcBef>
              <a:spcAft>
                <a:spcPts val="0"/>
              </a:spcAft>
              <a:buClr>
                <a:schemeClr val="accent1"/>
              </a:buClr>
              <a:buSzPts val="3600"/>
              <a:buNone/>
              <a:defRPr sz="4800">
                <a:solidFill>
                  <a:schemeClr val="accent1"/>
                </a:solidFill>
              </a:defRPr>
            </a:lvl9pPr>
          </a:lstStyle>
          <a:p>
            <a:r>
              <a:t>xx%</a:t>
            </a:r>
          </a:p>
        </p:txBody>
      </p:sp>
      <p:sp>
        <p:nvSpPr>
          <p:cNvPr id="987" name="Google Shape;987;p20"/>
          <p:cNvSpPr txBox="1">
            <a:spLocks noGrp="1"/>
          </p:cNvSpPr>
          <p:nvPr>
            <p:ph type="subTitle" idx="1"/>
          </p:nvPr>
        </p:nvSpPr>
        <p:spPr>
          <a:xfrm>
            <a:off x="3767328" y="1633728"/>
            <a:ext cx="4645200" cy="365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3767328" y="2913888"/>
            <a:ext cx="4645200" cy="756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4800">
                <a:solidFill>
                  <a:schemeClr val="accent1"/>
                </a:solidFill>
              </a:defRPr>
            </a:lvl1pPr>
            <a:lvl2pPr lvl="1" algn="ctr" rtl="0">
              <a:spcBef>
                <a:spcPts val="0"/>
              </a:spcBef>
              <a:spcAft>
                <a:spcPts val="0"/>
              </a:spcAft>
              <a:buClr>
                <a:schemeClr val="accent1"/>
              </a:buClr>
              <a:buSzPts val="3600"/>
              <a:buNone/>
              <a:defRPr sz="4800">
                <a:solidFill>
                  <a:schemeClr val="accent1"/>
                </a:solidFill>
              </a:defRPr>
            </a:lvl2pPr>
            <a:lvl3pPr lvl="2" algn="ctr" rtl="0">
              <a:spcBef>
                <a:spcPts val="0"/>
              </a:spcBef>
              <a:spcAft>
                <a:spcPts val="0"/>
              </a:spcAft>
              <a:buClr>
                <a:schemeClr val="accent1"/>
              </a:buClr>
              <a:buSzPts val="3600"/>
              <a:buNone/>
              <a:defRPr sz="4800">
                <a:solidFill>
                  <a:schemeClr val="accent1"/>
                </a:solidFill>
              </a:defRPr>
            </a:lvl3pPr>
            <a:lvl4pPr lvl="3" algn="ctr" rtl="0">
              <a:spcBef>
                <a:spcPts val="0"/>
              </a:spcBef>
              <a:spcAft>
                <a:spcPts val="0"/>
              </a:spcAft>
              <a:buClr>
                <a:schemeClr val="accent1"/>
              </a:buClr>
              <a:buSzPts val="3600"/>
              <a:buNone/>
              <a:defRPr sz="4800">
                <a:solidFill>
                  <a:schemeClr val="accent1"/>
                </a:solidFill>
              </a:defRPr>
            </a:lvl4pPr>
            <a:lvl5pPr lvl="4" algn="ctr" rtl="0">
              <a:spcBef>
                <a:spcPts val="0"/>
              </a:spcBef>
              <a:spcAft>
                <a:spcPts val="0"/>
              </a:spcAft>
              <a:buClr>
                <a:schemeClr val="accent1"/>
              </a:buClr>
              <a:buSzPts val="3600"/>
              <a:buNone/>
              <a:defRPr sz="4800">
                <a:solidFill>
                  <a:schemeClr val="accent1"/>
                </a:solidFill>
              </a:defRPr>
            </a:lvl5pPr>
            <a:lvl6pPr lvl="5" algn="ctr" rtl="0">
              <a:spcBef>
                <a:spcPts val="0"/>
              </a:spcBef>
              <a:spcAft>
                <a:spcPts val="0"/>
              </a:spcAft>
              <a:buClr>
                <a:schemeClr val="accent1"/>
              </a:buClr>
              <a:buSzPts val="3600"/>
              <a:buNone/>
              <a:defRPr sz="4800">
                <a:solidFill>
                  <a:schemeClr val="accent1"/>
                </a:solidFill>
              </a:defRPr>
            </a:lvl6pPr>
            <a:lvl7pPr lvl="6" algn="ctr" rtl="0">
              <a:spcBef>
                <a:spcPts val="0"/>
              </a:spcBef>
              <a:spcAft>
                <a:spcPts val="0"/>
              </a:spcAft>
              <a:buClr>
                <a:schemeClr val="accent1"/>
              </a:buClr>
              <a:buSzPts val="3600"/>
              <a:buNone/>
              <a:defRPr sz="4800">
                <a:solidFill>
                  <a:schemeClr val="accent1"/>
                </a:solidFill>
              </a:defRPr>
            </a:lvl7pPr>
            <a:lvl8pPr lvl="7" algn="ctr" rtl="0">
              <a:spcBef>
                <a:spcPts val="0"/>
              </a:spcBef>
              <a:spcAft>
                <a:spcPts val="0"/>
              </a:spcAft>
              <a:buClr>
                <a:schemeClr val="accent1"/>
              </a:buClr>
              <a:buSzPts val="3600"/>
              <a:buNone/>
              <a:defRPr sz="4800">
                <a:solidFill>
                  <a:schemeClr val="accent1"/>
                </a:solidFill>
              </a:defRPr>
            </a:lvl8pPr>
            <a:lvl9pPr lvl="8" algn="ctr" rtl="0">
              <a:spcBef>
                <a:spcPts val="0"/>
              </a:spcBef>
              <a:spcAft>
                <a:spcPts val="0"/>
              </a:spcAft>
              <a:buClr>
                <a:schemeClr val="accent1"/>
              </a:buClr>
              <a:buSzPts val="3600"/>
              <a:buNone/>
              <a:defRPr sz="4800">
                <a:solidFill>
                  <a:schemeClr val="accent1"/>
                </a:solidFill>
              </a:defRPr>
            </a:lvl9pPr>
          </a:lstStyle>
          <a:p>
            <a:r>
              <a:t>xx%</a:t>
            </a:r>
          </a:p>
        </p:txBody>
      </p:sp>
      <p:sp>
        <p:nvSpPr>
          <p:cNvPr id="989" name="Google Shape;989;p20"/>
          <p:cNvSpPr txBox="1">
            <a:spLocks noGrp="1"/>
          </p:cNvSpPr>
          <p:nvPr>
            <p:ph type="subTitle" idx="3"/>
          </p:nvPr>
        </p:nvSpPr>
        <p:spPr>
          <a:xfrm>
            <a:off x="3767328" y="3596640"/>
            <a:ext cx="4645200" cy="365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3767328" y="4864608"/>
            <a:ext cx="4645200" cy="756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4800">
                <a:solidFill>
                  <a:schemeClr val="accent1"/>
                </a:solidFill>
              </a:defRPr>
            </a:lvl1pPr>
            <a:lvl2pPr lvl="1" algn="ctr" rtl="0">
              <a:spcBef>
                <a:spcPts val="0"/>
              </a:spcBef>
              <a:spcAft>
                <a:spcPts val="0"/>
              </a:spcAft>
              <a:buClr>
                <a:schemeClr val="accent1"/>
              </a:buClr>
              <a:buSzPts val="3600"/>
              <a:buNone/>
              <a:defRPr sz="4800">
                <a:solidFill>
                  <a:schemeClr val="accent1"/>
                </a:solidFill>
              </a:defRPr>
            </a:lvl2pPr>
            <a:lvl3pPr lvl="2" algn="ctr" rtl="0">
              <a:spcBef>
                <a:spcPts val="0"/>
              </a:spcBef>
              <a:spcAft>
                <a:spcPts val="0"/>
              </a:spcAft>
              <a:buClr>
                <a:schemeClr val="accent1"/>
              </a:buClr>
              <a:buSzPts val="3600"/>
              <a:buNone/>
              <a:defRPr sz="4800">
                <a:solidFill>
                  <a:schemeClr val="accent1"/>
                </a:solidFill>
              </a:defRPr>
            </a:lvl3pPr>
            <a:lvl4pPr lvl="3" algn="ctr" rtl="0">
              <a:spcBef>
                <a:spcPts val="0"/>
              </a:spcBef>
              <a:spcAft>
                <a:spcPts val="0"/>
              </a:spcAft>
              <a:buClr>
                <a:schemeClr val="accent1"/>
              </a:buClr>
              <a:buSzPts val="3600"/>
              <a:buNone/>
              <a:defRPr sz="4800">
                <a:solidFill>
                  <a:schemeClr val="accent1"/>
                </a:solidFill>
              </a:defRPr>
            </a:lvl4pPr>
            <a:lvl5pPr lvl="4" algn="ctr" rtl="0">
              <a:spcBef>
                <a:spcPts val="0"/>
              </a:spcBef>
              <a:spcAft>
                <a:spcPts val="0"/>
              </a:spcAft>
              <a:buClr>
                <a:schemeClr val="accent1"/>
              </a:buClr>
              <a:buSzPts val="3600"/>
              <a:buNone/>
              <a:defRPr sz="4800">
                <a:solidFill>
                  <a:schemeClr val="accent1"/>
                </a:solidFill>
              </a:defRPr>
            </a:lvl5pPr>
            <a:lvl6pPr lvl="5" algn="ctr" rtl="0">
              <a:spcBef>
                <a:spcPts val="0"/>
              </a:spcBef>
              <a:spcAft>
                <a:spcPts val="0"/>
              </a:spcAft>
              <a:buClr>
                <a:schemeClr val="accent1"/>
              </a:buClr>
              <a:buSzPts val="3600"/>
              <a:buNone/>
              <a:defRPr sz="4800">
                <a:solidFill>
                  <a:schemeClr val="accent1"/>
                </a:solidFill>
              </a:defRPr>
            </a:lvl6pPr>
            <a:lvl7pPr lvl="6" algn="ctr" rtl="0">
              <a:spcBef>
                <a:spcPts val="0"/>
              </a:spcBef>
              <a:spcAft>
                <a:spcPts val="0"/>
              </a:spcAft>
              <a:buClr>
                <a:schemeClr val="accent1"/>
              </a:buClr>
              <a:buSzPts val="3600"/>
              <a:buNone/>
              <a:defRPr sz="4800">
                <a:solidFill>
                  <a:schemeClr val="accent1"/>
                </a:solidFill>
              </a:defRPr>
            </a:lvl7pPr>
            <a:lvl8pPr lvl="7" algn="ctr" rtl="0">
              <a:spcBef>
                <a:spcPts val="0"/>
              </a:spcBef>
              <a:spcAft>
                <a:spcPts val="0"/>
              </a:spcAft>
              <a:buClr>
                <a:schemeClr val="accent1"/>
              </a:buClr>
              <a:buSzPts val="3600"/>
              <a:buNone/>
              <a:defRPr sz="4800">
                <a:solidFill>
                  <a:schemeClr val="accent1"/>
                </a:solidFill>
              </a:defRPr>
            </a:lvl8pPr>
            <a:lvl9pPr lvl="8" algn="ctr" rtl="0">
              <a:spcBef>
                <a:spcPts val="0"/>
              </a:spcBef>
              <a:spcAft>
                <a:spcPts val="0"/>
              </a:spcAft>
              <a:buClr>
                <a:schemeClr val="accent1"/>
              </a:buClr>
              <a:buSzPts val="3600"/>
              <a:buNone/>
              <a:defRPr sz="4800">
                <a:solidFill>
                  <a:schemeClr val="accent1"/>
                </a:solidFill>
              </a:defRPr>
            </a:lvl9pPr>
          </a:lstStyle>
          <a:p>
            <a:r>
              <a:t>xx%</a:t>
            </a:r>
          </a:p>
        </p:txBody>
      </p:sp>
      <p:sp>
        <p:nvSpPr>
          <p:cNvPr id="991" name="Google Shape;991;p20"/>
          <p:cNvSpPr txBox="1">
            <a:spLocks noGrp="1"/>
          </p:cNvSpPr>
          <p:nvPr>
            <p:ph type="subTitle" idx="5"/>
          </p:nvPr>
        </p:nvSpPr>
        <p:spPr>
          <a:xfrm>
            <a:off x="3779520" y="5559552"/>
            <a:ext cx="4645200" cy="365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9692944" y="4432733"/>
            <a:ext cx="1510800" cy="4084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9575211" y="2776533"/>
            <a:ext cx="1789600" cy="4204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9643244" y="981833"/>
            <a:ext cx="1776000" cy="5228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10891244" y="-88800"/>
            <a:ext cx="365200" cy="5428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9876444" y="1713233"/>
            <a:ext cx="775733" cy="776467"/>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03" name="Google Shape;1003;p20"/>
          <p:cNvGrpSpPr/>
          <p:nvPr/>
        </p:nvGrpSpPr>
        <p:grpSpPr>
          <a:xfrm rot="5400000" flipH="1">
            <a:off x="10492961" y="3672267"/>
            <a:ext cx="389367" cy="390100"/>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08" name="Google Shape;1008;p20"/>
          <p:cNvGrpSpPr/>
          <p:nvPr/>
        </p:nvGrpSpPr>
        <p:grpSpPr>
          <a:xfrm rot="5400000" flipH="1">
            <a:off x="10683278" y="237567"/>
            <a:ext cx="233333" cy="233333"/>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13" name="Google Shape;1013;p20"/>
          <p:cNvGrpSpPr/>
          <p:nvPr/>
        </p:nvGrpSpPr>
        <p:grpSpPr>
          <a:xfrm rot="5400000">
            <a:off x="10068911" y="5173235"/>
            <a:ext cx="390815" cy="391184"/>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20" name="Google Shape;1020;p20"/>
          <p:cNvGrpSpPr/>
          <p:nvPr/>
        </p:nvGrpSpPr>
        <p:grpSpPr>
          <a:xfrm rot="5400000" flipH="1">
            <a:off x="11012070" y="430859"/>
            <a:ext cx="233351" cy="36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024" name="Google Shape;1024;p20"/>
          <p:cNvCxnSpPr/>
          <p:nvPr/>
        </p:nvCxnSpPr>
        <p:spPr>
          <a:xfrm rot="5400000" flipH="1">
            <a:off x="987800" y="3464433"/>
            <a:ext cx="2230000" cy="168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1129467" y="4738667"/>
            <a:ext cx="1106000" cy="9912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474367" y="5535000"/>
            <a:ext cx="1062000" cy="1584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828634" y="5416033"/>
            <a:ext cx="775733" cy="776467"/>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34" name="Google Shape;1034;p20"/>
          <p:cNvGrpSpPr/>
          <p:nvPr/>
        </p:nvGrpSpPr>
        <p:grpSpPr>
          <a:xfrm rot="5400000">
            <a:off x="1977101" y="4467734"/>
            <a:ext cx="389367" cy="390100"/>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39" name="Google Shape;1039;p20"/>
          <p:cNvGrpSpPr/>
          <p:nvPr/>
        </p:nvGrpSpPr>
        <p:grpSpPr>
          <a:xfrm rot="5400000">
            <a:off x="2126834" y="6387100"/>
            <a:ext cx="233333" cy="233333"/>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44" name="Google Shape;1044;p20"/>
          <p:cNvSpPr/>
          <p:nvPr/>
        </p:nvSpPr>
        <p:spPr>
          <a:xfrm rot="5400000">
            <a:off x="1836156" y="2251658"/>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45" name="Google Shape;1045;p20"/>
          <p:cNvSpPr/>
          <p:nvPr/>
        </p:nvSpPr>
        <p:spPr>
          <a:xfrm rot="5400000">
            <a:off x="1833168" y="2248281"/>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46" name="Google Shape;1046;p20"/>
          <p:cNvSpPr/>
          <p:nvPr/>
        </p:nvSpPr>
        <p:spPr>
          <a:xfrm rot="5400000">
            <a:off x="1884814" y="230031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47" name="Google Shape;1047;p20"/>
          <p:cNvSpPr/>
          <p:nvPr/>
        </p:nvSpPr>
        <p:spPr>
          <a:xfrm rot="5400000">
            <a:off x="1881817" y="2296952"/>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48" name="Google Shape;1048;p20"/>
          <p:cNvSpPr/>
          <p:nvPr/>
        </p:nvSpPr>
        <p:spPr>
          <a:xfrm rot="5400000">
            <a:off x="1937786" y="235291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49" name="Google Shape;1049;p20"/>
          <p:cNvSpPr/>
          <p:nvPr/>
        </p:nvSpPr>
        <p:spPr>
          <a:xfrm rot="5400000">
            <a:off x="1934595" y="235010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050" name="Google Shape;1050;p20"/>
          <p:cNvGrpSpPr/>
          <p:nvPr/>
        </p:nvGrpSpPr>
        <p:grpSpPr>
          <a:xfrm rot="5400000">
            <a:off x="2268159" y="2020508"/>
            <a:ext cx="233351" cy="36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54" name="Google Shape;1054;p20"/>
          <p:cNvGrpSpPr/>
          <p:nvPr/>
        </p:nvGrpSpPr>
        <p:grpSpPr>
          <a:xfrm rot="5400000">
            <a:off x="2426026" y="6082775"/>
            <a:ext cx="233351" cy="36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58" name="Google Shape;1058;p20"/>
          <p:cNvGrpSpPr/>
          <p:nvPr/>
        </p:nvGrpSpPr>
        <p:grpSpPr>
          <a:xfrm rot="5400000">
            <a:off x="544793" y="5521041"/>
            <a:ext cx="233351" cy="36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48931762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of text 3">
  <p:cSld name="Three columns of text 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3950208" y="451104"/>
            <a:ext cx="4291600" cy="7636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grpSp>
        <p:nvGrpSpPr>
          <p:cNvPr id="1064" name="Google Shape;1064;p21"/>
          <p:cNvGrpSpPr/>
          <p:nvPr/>
        </p:nvGrpSpPr>
        <p:grpSpPr>
          <a:xfrm>
            <a:off x="348948" y="-1544"/>
            <a:ext cx="11400435" cy="53088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084" name="Google Shape;1084;p21"/>
          <p:cNvSpPr txBox="1">
            <a:spLocks noGrp="1"/>
          </p:cNvSpPr>
          <p:nvPr>
            <p:ph type="subTitle" idx="1"/>
          </p:nvPr>
        </p:nvSpPr>
        <p:spPr>
          <a:xfrm>
            <a:off x="1877567" y="1380372"/>
            <a:ext cx="2912000" cy="609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5" name="Google Shape;1085;p21"/>
          <p:cNvSpPr txBox="1">
            <a:spLocks noGrp="1"/>
          </p:cNvSpPr>
          <p:nvPr>
            <p:ph type="subTitle" idx="2"/>
          </p:nvPr>
        </p:nvSpPr>
        <p:spPr>
          <a:xfrm>
            <a:off x="1877567" y="1782608"/>
            <a:ext cx="2912000" cy="814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1086" name="Google Shape;1086;p21"/>
          <p:cNvSpPr txBox="1">
            <a:spLocks noGrp="1"/>
          </p:cNvSpPr>
          <p:nvPr>
            <p:ph type="subTitle" idx="3"/>
          </p:nvPr>
        </p:nvSpPr>
        <p:spPr>
          <a:xfrm>
            <a:off x="1877567" y="3079301"/>
            <a:ext cx="2912000" cy="609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7" name="Google Shape;1087;p21"/>
          <p:cNvSpPr txBox="1">
            <a:spLocks noGrp="1"/>
          </p:cNvSpPr>
          <p:nvPr>
            <p:ph type="subTitle" idx="4"/>
          </p:nvPr>
        </p:nvSpPr>
        <p:spPr>
          <a:xfrm>
            <a:off x="1877567" y="3479972"/>
            <a:ext cx="2912000" cy="814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1088" name="Google Shape;1088;p21"/>
          <p:cNvSpPr txBox="1">
            <a:spLocks noGrp="1"/>
          </p:cNvSpPr>
          <p:nvPr>
            <p:ph type="subTitle" idx="5"/>
          </p:nvPr>
        </p:nvSpPr>
        <p:spPr>
          <a:xfrm>
            <a:off x="1877567" y="4783527"/>
            <a:ext cx="2912000" cy="609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9" name="Google Shape;1089;p21"/>
          <p:cNvSpPr txBox="1">
            <a:spLocks noGrp="1"/>
          </p:cNvSpPr>
          <p:nvPr>
            <p:ph type="subTitle" idx="6"/>
          </p:nvPr>
        </p:nvSpPr>
        <p:spPr>
          <a:xfrm>
            <a:off x="1877567" y="5185756"/>
            <a:ext cx="2912000" cy="814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274524542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lumns of text 4">
  <p:cSld name="Three columns of text 4">
    <p:spTree>
      <p:nvGrpSpPr>
        <p:cNvPr id="1" name="Shape 1090"/>
        <p:cNvGrpSpPr/>
        <p:nvPr/>
      </p:nvGrpSpPr>
      <p:grpSpPr>
        <a:xfrm>
          <a:off x="0" y="0"/>
          <a:ext cx="0" cy="0"/>
          <a:chOff x="0" y="0"/>
          <a:chExt cx="0" cy="0"/>
        </a:xfrm>
      </p:grpSpPr>
      <p:cxnSp>
        <p:nvCxnSpPr>
          <p:cNvPr id="1091" name="Google Shape;1091;p22"/>
          <p:cNvCxnSpPr/>
          <p:nvPr/>
        </p:nvCxnSpPr>
        <p:spPr>
          <a:xfrm>
            <a:off x="787267" y="5787467"/>
            <a:ext cx="893600" cy="564000"/>
          </a:xfrm>
          <a:prstGeom prst="straightConnector1">
            <a:avLst/>
          </a:prstGeom>
          <a:noFill/>
          <a:ln w="9525" cap="flat" cmpd="sng">
            <a:solidFill>
              <a:schemeClr val="dk2"/>
            </a:solidFill>
            <a:prstDash val="solid"/>
            <a:round/>
            <a:headEnd type="none" w="med" len="med"/>
            <a:tailEnd type="none" w="med" len="med"/>
          </a:ln>
        </p:spPr>
      </p:cxnSp>
      <p:sp>
        <p:nvSpPr>
          <p:cNvPr id="1092" name="Google Shape;1092;p22"/>
          <p:cNvSpPr txBox="1">
            <a:spLocks noGrp="1"/>
          </p:cNvSpPr>
          <p:nvPr>
            <p:ph type="title"/>
          </p:nvPr>
        </p:nvSpPr>
        <p:spPr>
          <a:xfrm>
            <a:off x="2944233" y="457033"/>
            <a:ext cx="6303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1093" name="Google Shape;1093;p22"/>
          <p:cNvCxnSpPr/>
          <p:nvPr/>
        </p:nvCxnSpPr>
        <p:spPr>
          <a:xfrm rot="10800000" flipH="1">
            <a:off x="0" y="5776733"/>
            <a:ext cx="787600" cy="885200"/>
          </a:xfrm>
          <a:prstGeom prst="straightConnector1">
            <a:avLst/>
          </a:prstGeom>
          <a:noFill/>
          <a:ln w="9525" cap="flat" cmpd="sng">
            <a:solidFill>
              <a:schemeClr val="dk2"/>
            </a:solidFill>
            <a:prstDash val="solid"/>
            <a:round/>
            <a:headEnd type="none" w="med" len="med"/>
            <a:tailEnd type="none" w="med" len="med"/>
          </a:ln>
        </p:spPr>
      </p:cxnSp>
      <p:grpSp>
        <p:nvGrpSpPr>
          <p:cNvPr id="1094" name="Google Shape;1094;p22"/>
          <p:cNvGrpSpPr/>
          <p:nvPr/>
        </p:nvGrpSpPr>
        <p:grpSpPr>
          <a:xfrm flipH="1">
            <a:off x="575634" y="5578367"/>
            <a:ext cx="389367" cy="390100"/>
            <a:chOff x="7353050" y="316275"/>
            <a:chExt cx="292025" cy="292575"/>
          </a:xfrm>
        </p:grpSpPr>
        <p:sp>
          <p:nvSpPr>
            <p:cNvPr id="1095" name="Google Shape;1095;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6" name="Google Shape;1096;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7" name="Google Shape;1097;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8" name="Google Shape;1098;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99" name="Google Shape;1099;p22"/>
          <p:cNvGrpSpPr/>
          <p:nvPr/>
        </p:nvGrpSpPr>
        <p:grpSpPr>
          <a:xfrm>
            <a:off x="1434386" y="6139567"/>
            <a:ext cx="390815" cy="391184"/>
            <a:chOff x="3164039" y="430875"/>
            <a:chExt cx="293111" cy="293388"/>
          </a:xfrm>
        </p:grpSpPr>
        <p:sp>
          <p:nvSpPr>
            <p:cNvPr id="1100" name="Google Shape;1100;p2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1" name="Google Shape;1101;p2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2" name="Google Shape;1102;p2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3" name="Google Shape;1103;p2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4" name="Google Shape;1104;p2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5" name="Google Shape;1105;p2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106" name="Google Shape;1106;p22"/>
          <p:cNvCxnSpPr/>
          <p:nvPr/>
        </p:nvCxnSpPr>
        <p:spPr>
          <a:xfrm rot="10800000">
            <a:off x="9595967" y="393467"/>
            <a:ext cx="1542800" cy="7236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22"/>
          <p:cNvCxnSpPr/>
          <p:nvPr/>
        </p:nvCxnSpPr>
        <p:spPr>
          <a:xfrm flipH="1">
            <a:off x="11138767" y="-8833"/>
            <a:ext cx="1055200" cy="1115200"/>
          </a:xfrm>
          <a:prstGeom prst="straightConnector1">
            <a:avLst/>
          </a:prstGeom>
          <a:noFill/>
          <a:ln w="9525" cap="flat" cmpd="sng">
            <a:solidFill>
              <a:schemeClr val="dk2"/>
            </a:solidFill>
            <a:prstDash val="solid"/>
            <a:round/>
            <a:headEnd type="none" w="med" len="med"/>
            <a:tailEnd type="none" w="med" len="med"/>
          </a:ln>
        </p:spPr>
      </p:cxnSp>
      <p:grpSp>
        <p:nvGrpSpPr>
          <p:cNvPr id="1108" name="Google Shape;1108;p22"/>
          <p:cNvGrpSpPr/>
          <p:nvPr/>
        </p:nvGrpSpPr>
        <p:grpSpPr>
          <a:xfrm>
            <a:off x="10752367" y="702567"/>
            <a:ext cx="775733" cy="776467"/>
            <a:chOff x="8064275" y="887850"/>
            <a:chExt cx="581800" cy="582350"/>
          </a:xfrm>
        </p:grpSpPr>
        <p:sp>
          <p:nvSpPr>
            <p:cNvPr id="1109" name="Google Shape;1109;p2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0" name="Google Shape;1110;p2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1" name="Google Shape;1111;p2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2" name="Google Shape;1112;p2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3" name="Google Shape;1113;p2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4" name="Google Shape;1114;p2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15" name="Google Shape;1115;p22"/>
          <p:cNvGrpSpPr/>
          <p:nvPr/>
        </p:nvGrpSpPr>
        <p:grpSpPr>
          <a:xfrm>
            <a:off x="9378501" y="227834"/>
            <a:ext cx="389367" cy="390100"/>
            <a:chOff x="7353050" y="316275"/>
            <a:chExt cx="292025" cy="292575"/>
          </a:xfrm>
        </p:grpSpPr>
        <p:sp>
          <p:nvSpPr>
            <p:cNvPr id="1116" name="Google Shape;1116;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7" name="Google Shape;1117;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8" name="Google Shape;1118;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9" name="Google Shape;1119;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20" name="Google Shape;1120;p22"/>
          <p:cNvGrpSpPr/>
          <p:nvPr/>
        </p:nvGrpSpPr>
        <p:grpSpPr>
          <a:xfrm>
            <a:off x="11677267" y="306200"/>
            <a:ext cx="233333" cy="233333"/>
            <a:chOff x="8792300" y="321275"/>
            <a:chExt cx="175000" cy="175000"/>
          </a:xfrm>
        </p:grpSpPr>
        <p:sp>
          <p:nvSpPr>
            <p:cNvPr id="1121" name="Google Shape;1121;p2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2" name="Google Shape;1122;p2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3" name="Google Shape;1123;p2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4" name="Google Shape;1124;p2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25" name="Google Shape;1125;p22"/>
          <p:cNvGrpSpPr/>
          <p:nvPr/>
        </p:nvGrpSpPr>
        <p:grpSpPr>
          <a:xfrm>
            <a:off x="11320067" y="227833"/>
            <a:ext cx="233351" cy="36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7" name="Google Shape;1127;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8" name="Google Shape;1128;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29" name="Google Shape;1129;p22"/>
          <p:cNvGrpSpPr/>
          <p:nvPr/>
        </p:nvGrpSpPr>
        <p:grpSpPr>
          <a:xfrm>
            <a:off x="10555134" y="1499467"/>
            <a:ext cx="233351" cy="36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1" name="Google Shape;1131;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2" name="Google Shape;1132;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33" name="Google Shape;1133;p22"/>
          <p:cNvSpPr txBox="1">
            <a:spLocks noGrp="1"/>
          </p:cNvSpPr>
          <p:nvPr>
            <p:ph type="subTitle" idx="1"/>
          </p:nvPr>
        </p:nvSpPr>
        <p:spPr>
          <a:xfrm>
            <a:off x="7522464" y="3657600"/>
            <a:ext cx="2487200" cy="536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4" name="Google Shape;1134;p22"/>
          <p:cNvSpPr txBox="1">
            <a:spLocks noGrp="1"/>
          </p:cNvSpPr>
          <p:nvPr>
            <p:ph type="subTitle" idx="2"/>
          </p:nvPr>
        </p:nvSpPr>
        <p:spPr>
          <a:xfrm>
            <a:off x="4852416" y="2182368"/>
            <a:ext cx="2487200" cy="536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5" name="Google Shape;1135;p22"/>
          <p:cNvSpPr txBox="1">
            <a:spLocks noGrp="1"/>
          </p:cNvSpPr>
          <p:nvPr>
            <p:ph type="subTitle" idx="3"/>
          </p:nvPr>
        </p:nvSpPr>
        <p:spPr>
          <a:xfrm>
            <a:off x="2182368" y="2999232"/>
            <a:ext cx="2487200" cy="536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6" name="Google Shape;1136;p22"/>
          <p:cNvSpPr txBox="1">
            <a:spLocks noGrp="1"/>
          </p:cNvSpPr>
          <p:nvPr>
            <p:ph type="subTitle" idx="4"/>
          </p:nvPr>
        </p:nvSpPr>
        <p:spPr>
          <a:xfrm>
            <a:off x="7522464" y="4108704"/>
            <a:ext cx="2487200" cy="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1137" name="Google Shape;1137;p22"/>
          <p:cNvSpPr txBox="1">
            <a:spLocks noGrp="1"/>
          </p:cNvSpPr>
          <p:nvPr>
            <p:ph type="subTitle" idx="5"/>
          </p:nvPr>
        </p:nvSpPr>
        <p:spPr>
          <a:xfrm>
            <a:off x="4852416" y="2633472"/>
            <a:ext cx="2487200" cy="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1138" name="Google Shape;1138;p22"/>
          <p:cNvSpPr txBox="1">
            <a:spLocks noGrp="1"/>
          </p:cNvSpPr>
          <p:nvPr>
            <p:ph type="subTitle" idx="6"/>
          </p:nvPr>
        </p:nvSpPr>
        <p:spPr>
          <a:xfrm>
            <a:off x="2182368" y="3462528"/>
            <a:ext cx="2487200" cy="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228082878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3">
  <p:cSld name="Title and body 3">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3377184" y="451104"/>
            <a:ext cx="54500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952867" y="1536200"/>
            <a:ext cx="10274000" cy="4706000"/>
          </a:xfrm>
          <a:prstGeom prst="rect">
            <a:avLst/>
          </a:prstGeom>
          <a:noFill/>
          <a:ln>
            <a:noFill/>
          </a:ln>
        </p:spPr>
        <p:txBody>
          <a:bodyPr spcFirstLastPara="1" wrap="square" lIns="91425" tIns="91425" rIns="91425" bIns="91425" anchor="ctr" anchorCtr="0">
            <a:noAutofit/>
          </a:bodyPr>
          <a:lstStyle>
            <a:lvl1pPr marL="609585" lvl="0" indent="-406390" rtl="0">
              <a:spcBef>
                <a:spcPts val="0"/>
              </a:spcBef>
              <a:spcAft>
                <a:spcPts val="0"/>
              </a:spcAft>
              <a:buClr>
                <a:srgbClr val="434343"/>
              </a:buClr>
              <a:buSzPts val="1200"/>
              <a:buFont typeface="Barlow Semi Condensed Medium"/>
              <a:buAutoNum type="arabicPeriod"/>
              <a:defRPr sz="1600">
                <a:solidFill>
                  <a:schemeClr val="dk2"/>
                </a:solidFill>
                <a:latin typeface="Barlow Semi Condensed"/>
                <a:ea typeface="Barlow Semi Condensed"/>
                <a:cs typeface="Barlow Semi Condensed"/>
                <a:sym typeface="Barlow Semi Condensed"/>
              </a:defRPr>
            </a:lvl1pPr>
            <a:lvl2pPr marL="1219170" lvl="1" indent="-40639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828754" lvl="2" indent="-40639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2438339" lvl="3" indent="-40639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3047924" lvl="4" indent="-40639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3657509" lvl="5" indent="-40639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4267093" lvl="6" indent="-40639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4876678" lvl="7" indent="-40639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5486263" lvl="8" indent="-40639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404000" y="4479167"/>
            <a:ext cx="202400" cy="12764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5776733"/>
            <a:ext cx="595600" cy="8852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400985" y="5557067"/>
            <a:ext cx="389367" cy="390100"/>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49" name="Google Shape;1149;p23"/>
          <p:cNvGrpSpPr/>
          <p:nvPr/>
        </p:nvGrpSpPr>
        <p:grpSpPr>
          <a:xfrm>
            <a:off x="198386" y="4299067"/>
            <a:ext cx="390815" cy="391184"/>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156" name="Google Shape;1156;p23"/>
          <p:cNvCxnSpPr/>
          <p:nvPr/>
        </p:nvCxnSpPr>
        <p:spPr>
          <a:xfrm rot="10800000">
            <a:off x="9595967" y="393467"/>
            <a:ext cx="1542800" cy="7236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11138767" y="-8833"/>
            <a:ext cx="1055200" cy="11152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10752367" y="702567"/>
            <a:ext cx="775733" cy="776467"/>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65" name="Google Shape;1165;p23"/>
          <p:cNvGrpSpPr/>
          <p:nvPr/>
        </p:nvGrpSpPr>
        <p:grpSpPr>
          <a:xfrm>
            <a:off x="9378501" y="227834"/>
            <a:ext cx="389367" cy="390100"/>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70" name="Google Shape;1170;p23"/>
          <p:cNvGrpSpPr/>
          <p:nvPr/>
        </p:nvGrpSpPr>
        <p:grpSpPr>
          <a:xfrm>
            <a:off x="11677267" y="306200"/>
            <a:ext cx="233333" cy="233333"/>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75" name="Google Shape;1175;p23"/>
          <p:cNvGrpSpPr/>
          <p:nvPr/>
        </p:nvGrpSpPr>
        <p:grpSpPr>
          <a:xfrm>
            <a:off x="11320067" y="227833"/>
            <a:ext cx="233351" cy="36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79" name="Google Shape;1179;p23"/>
          <p:cNvGrpSpPr/>
          <p:nvPr/>
        </p:nvGrpSpPr>
        <p:grpSpPr>
          <a:xfrm>
            <a:off x="10555134" y="1499467"/>
            <a:ext cx="233351" cy="36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24992683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965000" y="702567"/>
            <a:ext cx="10262000" cy="7636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cxnSp>
        <p:nvCxnSpPr>
          <p:cNvPr id="1185" name="Google Shape;1185;p24"/>
          <p:cNvCxnSpPr/>
          <p:nvPr/>
        </p:nvCxnSpPr>
        <p:spPr>
          <a:xfrm>
            <a:off x="787267" y="5787467"/>
            <a:ext cx="893600" cy="564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5776733"/>
            <a:ext cx="787600" cy="8852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575634" y="5578367"/>
            <a:ext cx="389367" cy="390100"/>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92" name="Google Shape;1192;p24"/>
          <p:cNvGrpSpPr/>
          <p:nvPr/>
        </p:nvGrpSpPr>
        <p:grpSpPr>
          <a:xfrm>
            <a:off x="1434386" y="6139567"/>
            <a:ext cx="390815" cy="391184"/>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199" name="Google Shape;1199;p24"/>
          <p:cNvCxnSpPr/>
          <p:nvPr/>
        </p:nvCxnSpPr>
        <p:spPr>
          <a:xfrm rot="10800000">
            <a:off x="9595967" y="393467"/>
            <a:ext cx="1542800" cy="7236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11138767" y="-8833"/>
            <a:ext cx="1055200" cy="11152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10752367" y="702567"/>
            <a:ext cx="775733" cy="776467"/>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08" name="Google Shape;1208;p24"/>
          <p:cNvGrpSpPr/>
          <p:nvPr/>
        </p:nvGrpSpPr>
        <p:grpSpPr>
          <a:xfrm>
            <a:off x="9378501" y="227834"/>
            <a:ext cx="389367" cy="390100"/>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13" name="Google Shape;1213;p24"/>
          <p:cNvGrpSpPr/>
          <p:nvPr/>
        </p:nvGrpSpPr>
        <p:grpSpPr>
          <a:xfrm>
            <a:off x="11677267" y="306200"/>
            <a:ext cx="233333" cy="233333"/>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18" name="Google Shape;1218;p24"/>
          <p:cNvGrpSpPr/>
          <p:nvPr/>
        </p:nvGrpSpPr>
        <p:grpSpPr>
          <a:xfrm>
            <a:off x="11320067" y="227833"/>
            <a:ext cx="233351" cy="36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22" name="Google Shape;1222;p24"/>
          <p:cNvGrpSpPr/>
          <p:nvPr/>
        </p:nvGrpSpPr>
        <p:grpSpPr>
          <a:xfrm>
            <a:off x="10555134" y="1499467"/>
            <a:ext cx="233351" cy="36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5973511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226"/>
        <p:cNvGrpSpPr/>
        <p:nvPr/>
      </p:nvGrpSpPr>
      <p:grpSpPr>
        <a:xfrm>
          <a:off x="0" y="0"/>
          <a:ext cx="0" cy="0"/>
          <a:chOff x="0" y="0"/>
          <a:chExt cx="0" cy="0"/>
        </a:xfrm>
      </p:grpSpPr>
      <p:cxnSp>
        <p:nvCxnSpPr>
          <p:cNvPr id="1227" name="Google Shape;1227;p25"/>
          <p:cNvCxnSpPr/>
          <p:nvPr/>
        </p:nvCxnSpPr>
        <p:spPr>
          <a:xfrm>
            <a:off x="2194567" y="697500"/>
            <a:ext cx="2230000" cy="168000"/>
          </a:xfrm>
          <a:prstGeom prst="straightConnector1">
            <a:avLst/>
          </a:prstGeom>
          <a:noFill/>
          <a:ln w="9525" cap="flat" cmpd="sng">
            <a:solidFill>
              <a:schemeClr val="dk2"/>
            </a:solidFill>
            <a:prstDash val="solid"/>
            <a:round/>
            <a:headEnd type="none" w="med" len="med"/>
            <a:tailEnd type="none" w="med" len="med"/>
          </a:ln>
        </p:spPr>
      </p:cxnSp>
      <p:cxnSp>
        <p:nvCxnSpPr>
          <p:cNvPr id="1228" name="Google Shape;1228;p25"/>
          <p:cNvCxnSpPr/>
          <p:nvPr/>
        </p:nvCxnSpPr>
        <p:spPr>
          <a:xfrm rot="10800000" flipH="1">
            <a:off x="1070733" y="706233"/>
            <a:ext cx="1106000" cy="9912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a:off x="0" y="86933"/>
            <a:ext cx="1062000" cy="1584000"/>
          </a:xfrm>
          <a:prstGeom prst="straightConnector1">
            <a:avLst/>
          </a:prstGeom>
          <a:noFill/>
          <a:ln w="9525" cap="flat" cmpd="sng">
            <a:solidFill>
              <a:schemeClr val="dk2"/>
            </a:solidFill>
            <a:prstDash val="solid"/>
            <a:round/>
            <a:headEnd type="none" w="med" len="med"/>
            <a:tailEnd type="none" w="med" len="med"/>
          </a:ln>
        </p:spPr>
      </p:cxnSp>
      <p:grpSp>
        <p:nvGrpSpPr>
          <p:cNvPr id="1230" name="Google Shape;1230;p25"/>
          <p:cNvGrpSpPr/>
          <p:nvPr/>
        </p:nvGrpSpPr>
        <p:grpSpPr>
          <a:xfrm flipH="1">
            <a:off x="665867" y="1279567"/>
            <a:ext cx="775733" cy="776467"/>
            <a:chOff x="8064275" y="887850"/>
            <a:chExt cx="581800" cy="582350"/>
          </a:xfrm>
        </p:grpSpPr>
        <p:sp>
          <p:nvSpPr>
            <p:cNvPr id="1231" name="Google Shape;1231;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2" name="Google Shape;1232;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3" name="Google Shape;1233;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4" name="Google Shape;1234;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5" name="Google Shape;1235;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6" name="Google Shape;1236;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37" name="Google Shape;1237;p25"/>
          <p:cNvGrpSpPr/>
          <p:nvPr/>
        </p:nvGrpSpPr>
        <p:grpSpPr>
          <a:xfrm flipH="1">
            <a:off x="2000534" y="517467"/>
            <a:ext cx="389367" cy="390100"/>
            <a:chOff x="7353050" y="316275"/>
            <a:chExt cx="292025" cy="292575"/>
          </a:xfrm>
        </p:grpSpPr>
        <p:sp>
          <p:nvSpPr>
            <p:cNvPr id="1238" name="Google Shape;1238;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9" name="Google Shape;1239;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0" name="Google Shape;1240;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1" name="Google Shape;1241;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242" name="Google Shape;1242;p25"/>
          <p:cNvSpPr/>
          <p:nvPr/>
        </p:nvSpPr>
        <p:spPr>
          <a:xfrm flipH="1">
            <a:off x="4221708" y="663510"/>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43" name="Google Shape;1243;p25"/>
          <p:cNvSpPr/>
          <p:nvPr/>
        </p:nvSpPr>
        <p:spPr>
          <a:xfrm flipH="1">
            <a:off x="4218719" y="660133"/>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44" name="Google Shape;1244;p25"/>
          <p:cNvSpPr/>
          <p:nvPr/>
        </p:nvSpPr>
        <p:spPr>
          <a:xfrm flipH="1">
            <a:off x="4270374" y="71217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45" name="Google Shape;1245;p25"/>
          <p:cNvSpPr/>
          <p:nvPr/>
        </p:nvSpPr>
        <p:spPr>
          <a:xfrm flipH="1">
            <a:off x="4267368" y="708803"/>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46" name="Google Shape;1246;p25"/>
          <p:cNvSpPr/>
          <p:nvPr/>
        </p:nvSpPr>
        <p:spPr>
          <a:xfrm flipH="1">
            <a:off x="4323522" y="764946"/>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47" name="Google Shape;1247;p25"/>
          <p:cNvSpPr/>
          <p:nvPr/>
        </p:nvSpPr>
        <p:spPr>
          <a:xfrm flipH="1">
            <a:off x="4320146" y="76195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248" name="Google Shape;1248;p25"/>
          <p:cNvGrpSpPr/>
          <p:nvPr/>
        </p:nvGrpSpPr>
        <p:grpSpPr>
          <a:xfrm flipH="1">
            <a:off x="4702817" y="481467"/>
            <a:ext cx="233351" cy="36000"/>
            <a:chOff x="5662375" y="212375"/>
            <a:chExt cx="175013" cy="27000"/>
          </a:xfrm>
        </p:grpSpPr>
        <p:sp>
          <p:nvSpPr>
            <p:cNvPr id="1249" name="Google Shape;1249;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0" name="Google Shape;1250;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1" name="Google Shape;1251;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52" name="Google Shape;1252;p25"/>
          <p:cNvGrpSpPr/>
          <p:nvPr/>
        </p:nvGrpSpPr>
        <p:grpSpPr>
          <a:xfrm flipH="1">
            <a:off x="640550" y="323600"/>
            <a:ext cx="233351" cy="36000"/>
            <a:chOff x="5662375" y="212375"/>
            <a:chExt cx="175013" cy="27000"/>
          </a:xfrm>
        </p:grpSpPr>
        <p:sp>
          <p:nvSpPr>
            <p:cNvPr id="1253" name="Google Shape;1253;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4" name="Google Shape;1254;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5" name="Google Shape;1255;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56" name="Google Shape;1256;p25"/>
          <p:cNvGrpSpPr/>
          <p:nvPr/>
        </p:nvGrpSpPr>
        <p:grpSpPr>
          <a:xfrm flipH="1">
            <a:off x="1202283" y="2204833"/>
            <a:ext cx="233351" cy="36000"/>
            <a:chOff x="5662375" y="212375"/>
            <a:chExt cx="175013" cy="27000"/>
          </a:xfrm>
        </p:grpSpPr>
        <p:sp>
          <p:nvSpPr>
            <p:cNvPr id="1257" name="Google Shape;1257;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8" name="Google Shape;1258;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9" name="Google Shape;1259;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260" name="Google Shape;1260;p25"/>
          <p:cNvCxnSpPr/>
          <p:nvPr/>
        </p:nvCxnSpPr>
        <p:spPr>
          <a:xfrm>
            <a:off x="1055200" y="5616533"/>
            <a:ext cx="1542800" cy="723600"/>
          </a:xfrm>
          <a:prstGeom prst="straightConnector1">
            <a:avLst/>
          </a:prstGeom>
          <a:noFill/>
          <a:ln w="9525" cap="flat" cmpd="sng">
            <a:solidFill>
              <a:schemeClr val="dk2"/>
            </a:solidFill>
            <a:prstDash val="solid"/>
            <a:round/>
            <a:headEnd type="none" w="med" len="med"/>
            <a:tailEnd type="none" w="med" len="med"/>
          </a:ln>
        </p:spPr>
      </p:cxnSp>
      <p:cxnSp>
        <p:nvCxnSpPr>
          <p:cNvPr id="1261" name="Google Shape;1261;p25"/>
          <p:cNvCxnSpPr/>
          <p:nvPr/>
        </p:nvCxnSpPr>
        <p:spPr>
          <a:xfrm rot="10800000" flipH="1">
            <a:off x="0" y="5627233"/>
            <a:ext cx="1055200" cy="1115200"/>
          </a:xfrm>
          <a:prstGeom prst="straightConnector1">
            <a:avLst/>
          </a:prstGeom>
          <a:noFill/>
          <a:ln w="9525" cap="flat" cmpd="sng">
            <a:solidFill>
              <a:schemeClr val="dk2"/>
            </a:solidFill>
            <a:prstDash val="solid"/>
            <a:round/>
            <a:headEnd type="none" w="med" len="med"/>
            <a:tailEnd type="none" w="med" len="med"/>
          </a:ln>
        </p:spPr>
      </p:cxnSp>
      <p:grpSp>
        <p:nvGrpSpPr>
          <p:cNvPr id="1262" name="Google Shape;1262;p25"/>
          <p:cNvGrpSpPr/>
          <p:nvPr/>
        </p:nvGrpSpPr>
        <p:grpSpPr>
          <a:xfrm rot="10800000">
            <a:off x="665867" y="5254567"/>
            <a:ext cx="775733" cy="776467"/>
            <a:chOff x="8064275" y="887850"/>
            <a:chExt cx="581800" cy="582350"/>
          </a:xfrm>
        </p:grpSpPr>
        <p:sp>
          <p:nvSpPr>
            <p:cNvPr id="1263" name="Google Shape;1263;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64" name="Google Shape;1264;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65" name="Google Shape;1265;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66" name="Google Shape;1266;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67" name="Google Shape;1267;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68" name="Google Shape;1268;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69" name="Google Shape;1269;p25"/>
          <p:cNvGrpSpPr/>
          <p:nvPr/>
        </p:nvGrpSpPr>
        <p:grpSpPr>
          <a:xfrm rot="10800000">
            <a:off x="2426101" y="6115667"/>
            <a:ext cx="389367" cy="390100"/>
            <a:chOff x="7353050" y="316275"/>
            <a:chExt cx="292025" cy="292575"/>
          </a:xfrm>
        </p:grpSpPr>
        <p:sp>
          <p:nvSpPr>
            <p:cNvPr id="1270" name="Google Shape;1270;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1" name="Google Shape;1271;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2" name="Google Shape;1272;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3" name="Google Shape;1273;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74" name="Google Shape;1274;p25"/>
          <p:cNvGrpSpPr/>
          <p:nvPr/>
        </p:nvGrpSpPr>
        <p:grpSpPr>
          <a:xfrm rot="10800000">
            <a:off x="283367" y="6194067"/>
            <a:ext cx="233333" cy="233333"/>
            <a:chOff x="8792300" y="321275"/>
            <a:chExt cx="175000" cy="175000"/>
          </a:xfrm>
        </p:grpSpPr>
        <p:sp>
          <p:nvSpPr>
            <p:cNvPr id="1275" name="Google Shape;1275;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6" name="Google Shape;1276;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7" name="Google Shape;1277;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8" name="Google Shape;1278;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79" name="Google Shape;1279;p25"/>
          <p:cNvGrpSpPr/>
          <p:nvPr/>
        </p:nvGrpSpPr>
        <p:grpSpPr>
          <a:xfrm rot="10800000">
            <a:off x="640550" y="6469767"/>
            <a:ext cx="233351" cy="36000"/>
            <a:chOff x="5662375" y="212375"/>
            <a:chExt cx="175013" cy="27000"/>
          </a:xfrm>
        </p:grpSpPr>
        <p:sp>
          <p:nvSpPr>
            <p:cNvPr id="1280" name="Google Shape;128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1" name="Google Shape;128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2" name="Google Shape;128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83" name="Google Shape;1283;p25"/>
          <p:cNvGrpSpPr/>
          <p:nvPr/>
        </p:nvGrpSpPr>
        <p:grpSpPr>
          <a:xfrm rot="10800000">
            <a:off x="1405483" y="5198133"/>
            <a:ext cx="233351" cy="36000"/>
            <a:chOff x="5662375" y="212375"/>
            <a:chExt cx="175013" cy="27000"/>
          </a:xfrm>
        </p:grpSpPr>
        <p:sp>
          <p:nvSpPr>
            <p:cNvPr id="1284" name="Google Shape;128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5" name="Google Shape;128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6" name="Google Shape;128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287" name="Google Shape;1287;p25"/>
          <p:cNvSpPr txBox="1">
            <a:spLocks noGrp="1"/>
          </p:cNvSpPr>
          <p:nvPr>
            <p:ph type="title"/>
          </p:nvPr>
        </p:nvSpPr>
        <p:spPr>
          <a:xfrm>
            <a:off x="1194800" y="2645933"/>
            <a:ext cx="4609600" cy="17228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Tree>
    <p:extLst>
      <p:ext uri="{BB962C8B-B14F-4D97-AF65-F5344CB8AC3E}">
        <p14:creationId xmlns:p14="http://schemas.microsoft.com/office/powerpoint/2010/main" val="241878609"/>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288"/>
        <p:cNvGrpSpPr/>
        <p:nvPr/>
      </p:nvGrpSpPr>
      <p:grpSpPr>
        <a:xfrm>
          <a:off x="0" y="0"/>
          <a:ext cx="0" cy="0"/>
          <a:chOff x="0" y="0"/>
          <a:chExt cx="0" cy="0"/>
        </a:xfrm>
      </p:grpSpPr>
      <p:sp>
        <p:nvSpPr>
          <p:cNvPr id="1289" name="Google Shape;1289;p26"/>
          <p:cNvSpPr txBox="1">
            <a:spLocks noGrp="1"/>
          </p:cNvSpPr>
          <p:nvPr>
            <p:ph type="title"/>
          </p:nvPr>
        </p:nvSpPr>
        <p:spPr>
          <a:xfrm>
            <a:off x="965000" y="702567"/>
            <a:ext cx="10262000" cy="7636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cxnSp>
        <p:nvCxnSpPr>
          <p:cNvPr id="1290" name="Google Shape;1290;p26"/>
          <p:cNvCxnSpPr/>
          <p:nvPr/>
        </p:nvCxnSpPr>
        <p:spPr>
          <a:xfrm rot="10800000">
            <a:off x="10812000" y="668367"/>
            <a:ext cx="983600" cy="9836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6"/>
          <p:cNvCxnSpPr/>
          <p:nvPr/>
        </p:nvCxnSpPr>
        <p:spPr>
          <a:xfrm>
            <a:off x="776633" y="376251"/>
            <a:ext cx="1617200" cy="5636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6"/>
          <p:cNvCxnSpPr/>
          <p:nvPr/>
        </p:nvCxnSpPr>
        <p:spPr>
          <a:xfrm rot="10800000" flipH="1">
            <a:off x="0" y="365584"/>
            <a:ext cx="776800" cy="872400"/>
          </a:xfrm>
          <a:prstGeom prst="straightConnector1">
            <a:avLst/>
          </a:prstGeom>
          <a:noFill/>
          <a:ln w="9525" cap="flat" cmpd="sng">
            <a:solidFill>
              <a:schemeClr val="dk2"/>
            </a:solidFill>
            <a:prstDash val="solid"/>
            <a:round/>
            <a:headEnd type="none" w="med" len="med"/>
            <a:tailEnd type="none" w="med" len="med"/>
          </a:ln>
        </p:spPr>
      </p:cxnSp>
      <p:grpSp>
        <p:nvGrpSpPr>
          <p:cNvPr id="1293" name="Google Shape;1293;p26"/>
          <p:cNvGrpSpPr/>
          <p:nvPr/>
        </p:nvGrpSpPr>
        <p:grpSpPr>
          <a:xfrm flipH="1">
            <a:off x="565001" y="167151"/>
            <a:ext cx="389367" cy="390100"/>
            <a:chOff x="7353050" y="316275"/>
            <a:chExt cx="292025" cy="292575"/>
          </a:xfrm>
        </p:grpSpPr>
        <p:sp>
          <p:nvSpPr>
            <p:cNvPr id="1294" name="Google Shape;1294;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95" name="Google Shape;1295;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96" name="Google Shape;1296;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97" name="Google Shape;1297;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98" name="Google Shape;1298;p26"/>
          <p:cNvGrpSpPr/>
          <p:nvPr/>
        </p:nvGrpSpPr>
        <p:grpSpPr>
          <a:xfrm>
            <a:off x="2184986" y="744217"/>
            <a:ext cx="390815" cy="391184"/>
            <a:chOff x="3164039" y="430875"/>
            <a:chExt cx="293111" cy="293388"/>
          </a:xfrm>
        </p:grpSpPr>
        <p:sp>
          <p:nvSpPr>
            <p:cNvPr id="1299" name="Google Shape;1299;p2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0" name="Google Shape;1300;p2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1" name="Google Shape;1301;p2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2" name="Google Shape;1302;p2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3" name="Google Shape;1303;p2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4" name="Google Shape;1304;p2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05" name="Google Shape;1305;p26"/>
          <p:cNvGrpSpPr/>
          <p:nvPr/>
        </p:nvGrpSpPr>
        <p:grpSpPr>
          <a:xfrm>
            <a:off x="2122334" y="483467"/>
            <a:ext cx="233351" cy="36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7" name="Google Shape;1307;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8" name="Google Shape;1308;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309" name="Google Shape;1309;p26"/>
          <p:cNvCxnSpPr/>
          <p:nvPr/>
        </p:nvCxnSpPr>
        <p:spPr>
          <a:xfrm flipH="1">
            <a:off x="10868433" y="9167"/>
            <a:ext cx="1336800" cy="659200"/>
          </a:xfrm>
          <a:prstGeom prst="straightConnector1">
            <a:avLst/>
          </a:prstGeom>
          <a:noFill/>
          <a:ln w="9525" cap="flat" cmpd="sng">
            <a:solidFill>
              <a:schemeClr val="dk2"/>
            </a:solidFill>
            <a:prstDash val="solid"/>
            <a:round/>
            <a:headEnd type="none" w="med" len="med"/>
            <a:tailEnd type="none" w="med" len="med"/>
          </a:ln>
        </p:spPr>
      </p:cxnSp>
      <p:grpSp>
        <p:nvGrpSpPr>
          <p:cNvPr id="1310" name="Google Shape;1310;p26"/>
          <p:cNvGrpSpPr/>
          <p:nvPr/>
        </p:nvGrpSpPr>
        <p:grpSpPr>
          <a:xfrm>
            <a:off x="10431834" y="269833"/>
            <a:ext cx="775733" cy="776467"/>
            <a:chOff x="8064275" y="887850"/>
            <a:chExt cx="581800" cy="582350"/>
          </a:xfrm>
        </p:grpSpPr>
        <p:sp>
          <p:nvSpPr>
            <p:cNvPr id="1311" name="Google Shape;1311;p2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2" name="Google Shape;1312;p2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3" name="Google Shape;1313;p2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4" name="Google Shape;1314;p2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5" name="Google Shape;1315;p2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6" name="Google Shape;1316;p2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17" name="Google Shape;1317;p26"/>
          <p:cNvGrpSpPr/>
          <p:nvPr/>
        </p:nvGrpSpPr>
        <p:grpSpPr>
          <a:xfrm flipH="1">
            <a:off x="11598201" y="1489985"/>
            <a:ext cx="389367" cy="390100"/>
            <a:chOff x="7353050" y="316275"/>
            <a:chExt cx="292025" cy="292575"/>
          </a:xfrm>
        </p:grpSpPr>
        <p:sp>
          <p:nvSpPr>
            <p:cNvPr id="1318" name="Google Shape;1318;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9" name="Google Shape;1319;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20" name="Google Shape;1320;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21" name="Google Shape;1321;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22" name="Google Shape;1322;p26"/>
          <p:cNvGrpSpPr/>
          <p:nvPr/>
        </p:nvGrpSpPr>
        <p:grpSpPr>
          <a:xfrm>
            <a:off x="11571134" y="2109067"/>
            <a:ext cx="233351" cy="36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24" name="Google Shape;1324;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25" name="Google Shape;1325;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48708084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326"/>
        <p:cNvGrpSpPr/>
        <p:nvPr/>
      </p:nvGrpSpPr>
      <p:grpSpPr>
        <a:xfrm>
          <a:off x="0" y="0"/>
          <a:ext cx="0" cy="0"/>
          <a:chOff x="0" y="0"/>
          <a:chExt cx="0" cy="0"/>
        </a:xfrm>
      </p:grpSpPr>
      <p:cxnSp>
        <p:nvCxnSpPr>
          <p:cNvPr id="1327" name="Google Shape;1327;p27"/>
          <p:cNvCxnSpPr/>
          <p:nvPr/>
        </p:nvCxnSpPr>
        <p:spPr>
          <a:xfrm rot="5400000">
            <a:off x="9692944" y="4432733"/>
            <a:ext cx="1510800" cy="4084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9575211" y="2776533"/>
            <a:ext cx="1789600" cy="4204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9643244" y="981833"/>
            <a:ext cx="1776000" cy="5228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10891244" y="-88800"/>
            <a:ext cx="365200" cy="5428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9876444" y="1713233"/>
            <a:ext cx="775733" cy="776467"/>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38" name="Google Shape;1338;p27"/>
          <p:cNvGrpSpPr/>
          <p:nvPr/>
        </p:nvGrpSpPr>
        <p:grpSpPr>
          <a:xfrm rot="5400000" flipH="1">
            <a:off x="10492961" y="3672267"/>
            <a:ext cx="389367" cy="390100"/>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43" name="Google Shape;1343;p27"/>
          <p:cNvGrpSpPr/>
          <p:nvPr/>
        </p:nvGrpSpPr>
        <p:grpSpPr>
          <a:xfrm rot="5400000" flipH="1">
            <a:off x="10683278" y="237567"/>
            <a:ext cx="233333" cy="233333"/>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48" name="Google Shape;1348;p27"/>
          <p:cNvGrpSpPr/>
          <p:nvPr/>
        </p:nvGrpSpPr>
        <p:grpSpPr>
          <a:xfrm rot="5400000">
            <a:off x="10068911" y="5173235"/>
            <a:ext cx="390815" cy="391184"/>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55" name="Google Shape;1355;p27"/>
          <p:cNvGrpSpPr/>
          <p:nvPr/>
        </p:nvGrpSpPr>
        <p:grpSpPr>
          <a:xfrm rot="5400000" flipH="1">
            <a:off x="11012070" y="430859"/>
            <a:ext cx="233351" cy="36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359" name="Google Shape;1359;p27"/>
          <p:cNvCxnSpPr/>
          <p:nvPr/>
        </p:nvCxnSpPr>
        <p:spPr>
          <a:xfrm rot="5400000" flipH="1">
            <a:off x="987800" y="3464433"/>
            <a:ext cx="2230000" cy="168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1129467" y="4738667"/>
            <a:ext cx="1106000" cy="9912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474367" y="5535000"/>
            <a:ext cx="1062000" cy="1584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828634" y="5416033"/>
            <a:ext cx="775733" cy="776467"/>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69" name="Google Shape;1369;p27"/>
          <p:cNvGrpSpPr/>
          <p:nvPr/>
        </p:nvGrpSpPr>
        <p:grpSpPr>
          <a:xfrm rot="5400000">
            <a:off x="1977101" y="4467734"/>
            <a:ext cx="389367" cy="390100"/>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74" name="Google Shape;1374;p27"/>
          <p:cNvGrpSpPr/>
          <p:nvPr/>
        </p:nvGrpSpPr>
        <p:grpSpPr>
          <a:xfrm rot="5400000">
            <a:off x="2126834" y="6387100"/>
            <a:ext cx="233333" cy="233333"/>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379" name="Google Shape;1379;p27"/>
          <p:cNvSpPr/>
          <p:nvPr/>
        </p:nvSpPr>
        <p:spPr>
          <a:xfrm rot="5400000">
            <a:off x="1836156" y="2251658"/>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80" name="Google Shape;1380;p27"/>
          <p:cNvSpPr/>
          <p:nvPr/>
        </p:nvSpPr>
        <p:spPr>
          <a:xfrm rot="5400000">
            <a:off x="1833168" y="2248281"/>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81" name="Google Shape;1381;p27"/>
          <p:cNvSpPr/>
          <p:nvPr/>
        </p:nvSpPr>
        <p:spPr>
          <a:xfrm rot="5400000">
            <a:off x="1884814" y="230031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82" name="Google Shape;1382;p27"/>
          <p:cNvSpPr/>
          <p:nvPr/>
        </p:nvSpPr>
        <p:spPr>
          <a:xfrm rot="5400000">
            <a:off x="1881817" y="2296952"/>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83" name="Google Shape;1383;p27"/>
          <p:cNvSpPr/>
          <p:nvPr/>
        </p:nvSpPr>
        <p:spPr>
          <a:xfrm rot="5400000">
            <a:off x="1937786" y="235291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84" name="Google Shape;1384;p27"/>
          <p:cNvSpPr/>
          <p:nvPr/>
        </p:nvSpPr>
        <p:spPr>
          <a:xfrm rot="5400000">
            <a:off x="1934595" y="235010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385" name="Google Shape;1385;p27"/>
          <p:cNvGrpSpPr/>
          <p:nvPr/>
        </p:nvGrpSpPr>
        <p:grpSpPr>
          <a:xfrm rot="5400000">
            <a:off x="2268159" y="2020508"/>
            <a:ext cx="233351" cy="36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89" name="Google Shape;1389;p27"/>
          <p:cNvGrpSpPr/>
          <p:nvPr/>
        </p:nvGrpSpPr>
        <p:grpSpPr>
          <a:xfrm rot="5400000">
            <a:off x="2426026" y="6082775"/>
            <a:ext cx="233351" cy="36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93" name="Google Shape;1393;p27"/>
          <p:cNvGrpSpPr/>
          <p:nvPr/>
        </p:nvGrpSpPr>
        <p:grpSpPr>
          <a:xfrm rot="5400000">
            <a:off x="544793" y="5521041"/>
            <a:ext cx="233351" cy="36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96454451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397"/>
        <p:cNvGrpSpPr/>
        <p:nvPr/>
      </p:nvGrpSpPr>
      <p:grpSpPr>
        <a:xfrm>
          <a:off x="0" y="0"/>
          <a:ext cx="0" cy="0"/>
          <a:chOff x="0" y="0"/>
          <a:chExt cx="0" cy="0"/>
        </a:xfrm>
      </p:grpSpPr>
      <p:grpSp>
        <p:nvGrpSpPr>
          <p:cNvPr id="1398" name="Google Shape;1398;p28"/>
          <p:cNvGrpSpPr/>
          <p:nvPr/>
        </p:nvGrpSpPr>
        <p:grpSpPr>
          <a:xfrm>
            <a:off x="348948" y="-1544"/>
            <a:ext cx="11400435" cy="53088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953389760"/>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1418"/>
        <p:cNvGrpSpPr/>
        <p:nvPr/>
      </p:nvGrpSpPr>
      <p:grpSpPr>
        <a:xfrm>
          <a:off x="0" y="0"/>
          <a:ext cx="0" cy="0"/>
          <a:chOff x="0" y="0"/>
          <a:chExt cx="0" cy="0"/>
        </a:xfrm>
      </p:grpSpPr>
      <p:grpSp>
        <p:nvGrpSpPr>
          <p:cNvPr id="1419" name="Google Shape;1419;p29"/>
          <p:cNvGrpSpPr/>
          <p:nvPr/>
        </p:nvGrpSpPr>
        <p:grpSpPr>
          <a:xfrm>
            <a:off x="577134" y="0"/>
            <a:ext cx="11037733" cy="68876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189357180"/>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4">
  <p:cSld name="Background 4">
    <p:spTree>
      <p:nvGrpSpPr>
        <p:cNvPr id="1" name="Shape 1478"/>
        <p:cNvGrpSpPr/>
        <p:nvPr/>
      </p:nvGrpSpPr>
      <p:grpSpPr>
        <a:xfrm>
          <a:off x="0" y="0"/>
          <a:ext cx="0" cy="0"/>
          <a:chOff x="0" y="0"/>
          <a:chExt cx="0" cy="0"/>
        </a:xfrm>
      </p:grpSpPr>
      <p:grpSp>
        <p:nvGrpSpPr>
          <p:cNvPr id="1479" name="Google Shape;1479;p30"/>
          <p:cNvGrpSpPr/>
          <p:nvPr/>
        </p:nvGrpSpPr>
        <p:grpSpPr>
          <a:xfrm>
            <a:off x="-9156" y="-8833"/>
            <a:ext cx="12203123" cy="6802733"/>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2813021198"/>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2">
  <p:cSld name="Main point 2">
    <p:spTree>
      <p:nvGrpSpPr>
        <p:cNvPr id="1" name="Shape 1546"/>
        <p:cNvGrpSpPr/>
        <p:nvPr/>
      </p:nvGrpSpPr>
      <p:grpSpPr>
        <a:xfrm>
          <a:off x="0" y="0"/>
          <a:ext cx="0" cy="0"/>
          <a:chOff x="0" y="0"/>
          <a:chExt cx="0" cy="0"/>
        </a:xfrm>
      </p:grpSpPr>
      <p:grpSp>
        <p:nvGrpSpPr>
          <p:cNvPr id="1547" name="Google Shape;1547;p31"/>
          <p:cNvGrpSpPr/>
          <p:nvPr/>
        </p:nvGrpSpPr>
        <p:grpSpPr>
          <a:xfrm>
            <a:off x="1799502" y="797889"/>
            <a:ext cx="8604973" cy="4841515"/>
            <a:chOff x="365750" y="1285025"/>
            <a:chExt cx="6934275" cy="3315500"/>
          </a:xfrm>
        </p:grpSpPr>
        <p:sp>
          <p:nvSpPr>
            <p:cNvPr id="1548" name="Google Shape;1548;p31"/>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49" name="Google Shape;1549;p31"/>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550" name="Google Shape;1550;p31"/>
          <p:cNvSpPr txBox="1">
            <a:spLocks noGrp="1"/>
          </p:cNvSpPr>
          <p:nvPr>
            <p:ph type="title"/>
          </p:nvPr>
        </p:nvSpPr>
        <p:spPr>
          <a:xfrm>
            <a:off x="3499104" y="1358037"/>
            <a:ext cx="5206000" cy="253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endParaRPr/>
          </a:p>
        </p:txBody>
      </p:sp>
      <p:grpSp>
        <p:nvGrpSpPr>
          <p:cNvPr id="1551" name="Google Shape;1551;p31"/>
          <p:cNvGrpSpPr/>
          <p:nvPr/>
        </p:nvGrpSpPr>
        <p:grpSpPr>
          <a:xfrm>
            <a:off x="-9156" y="-8833"/>
            <a:ext cx="12203123" cy="6802733"/>
            <a:chOff x="-6867" y="-6625"/>
            <a:chExt cx="9152342" cy="5102050"/>
          </a:xfrm>
        </p:grpSpPr>
        <p:cxnSp>
          <p:nvCxnSpPr>
            <p:cNvPr id="1552" name="Google Shape;1552;p31"/>
            <p:cNvCxnSpPr/>
            <p:nvPr/>
          </p:nvCxnSpPr>
          <p:spPr>
            <a:xfrm>
              <a:off x="2904283" y="4513075"/>
              <a:ext cx="1133100" cy="306300"/>
            </a:xfrm>
            <a:prstGeom prst="straightConnector1">
              <a:avLst/>
            </a:prstGeom>
            <a:noFill/>
            <a:ln w="9525" cap="flat" cmpd="sng">
              <a:solidFill>
                <a:srgbClr val="595959"/>
              </a:solidFill>
              <a:prstDash val="solid"/>
              <a:round/>
              <a:headEnd type="none" w="med" len="med"/>
              <a:tailEnd type="none" w="med" len="med"/>
            </a:ln>
          </p:spPr>
        </p:cxnSp>
        <p:cxnSp>
          <p:nvCxnSpPr>
            <p:cNvPr id="1553" name="Google Shape;1553;p31"/>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med" len="med"/>
              <a:tailEnd type="none" w="med" len="med"/>
            </a:ln>
          </p:spPr>
        </p:cxnSp>
        <p:cxnSp>
          <p:nvCxnSpPr>
            <p:cNvPr id="1554" name="Google Shape;1554;p31"/>
            <p:cNvCxnSpPr/>
            <p:nvPr/>
          </p:nvCxnSpPr>
          <p:spPr>
            <a:xfrm>
              <a:off x="259558" y="4408000"/>
              <a:ext cx="1332000" cy="392100"/>
            </a:xfrm>
            <a:prstGeom prst="straightConnector1">
              <a:avLst/>
            </a:prstGeom>
            <a:noFill/>
            <a:ln w="9525" cap="flat" cmpd="sng">
              <a:solidFill>
                <a:srgbClr val="595959"/>
              </a:solidFill>
              <a:prstDash val="solid"/>
              <a:round/>
              <a:headEnd type="none" w="med" len="med"/>
              <a:tailEnd type="none" w="med" len="med"/>
            </a:ln>
          </p:spPr>
        </p:cxnSp>
        <p:cxnSp>
          <p:nvCxnSpPr>
            <p:cNvPr id="1555" name="Google Shape;1555;p31"/>
            <p:cNvCxnSpPr/>
            <p:nvPr/>
          </p:nvCxnSpPr>
          <p:spPr>
            <a:xfrm>
              <a:off x="-6867" y="3993550"/>
              <a:ext cx="273900" cy="407100"/>
            </a:xfrm>
            <a:prstGeom prst="straightConnector1">
              <a:avLst/>
            </a:prstGeom>
            <a:noFill/>
            <a:ln w="9525" cap="flat" cmpd="sng">
              <a:solidFill>
                <a:srgbClr val="595959"/>
              </a:solidFill>
              <a:prstDash val="solid"/>
              <a:round/>
              <a:headEnd type="none" w="med" len="med"/>
              <a:tailEnd type="none" w="med" len="med"/>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58" name="Google Shape;1558;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59" name="Google Shape;1559;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0" name="Google Shape;1560;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1" name="Google Shape;1561;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2" name="Google Shape;1562;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5" name="Google Shape;1565;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6" name="Google Shape;1566;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7" name="Google Shape;1567;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0" name="Google Shape;1570;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1" name="Google Shape;1571;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2" name="Google Shape;1572;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5" name="Google Shape;1575;p3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6" name="Google Shape;1576;p3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7" name="Google Shape;1577;p3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8" name="Google Shape;1578;p3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9" name="Google Shape;1579;p3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2" name="Google Shape;1582;p3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3" name="Google Shape;1583;p3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584" name="Google Shape;1584;p31"/>
            <p:cNvCxnSpPr/>
            <p:nvPr/>
          </p:nvCxnSpPr>
          <p:spPr>
            <a:xfrm rot="10800000">
              <a:off x="5995050" y="226600"/>
              <a:ext cx="1504500" cy="224700"/>
            </a:xfrm>
            <a:prstGeom prst="straightConnector1">
              <a:avLst/>
            </a:prstGeom>
            <a:noFill/>
            <a:ln w="9525" cap="flat" cmpd="sng">
              <a:solidFill>
                <a:srgbClr val="595959"/>
              </a:solidFill>
              <a:prstDash val="solid"/>
              <a:round/>
              <a:headEnd type="none" w="med" len="med"/>
              <a:tailEnd type="none" w="med" len="med"/>
            </a:ln>
          </p:spPr>
        </p:cxnSp>
        <p:cxnSp>
          <p:nvCxnSpPr>
            <p:cNvPr id="1585" name="Google Shape;1585;p31"/>
            <p:cNvCxnSpPr/>
            <p:nvPr/>
          </p:nvCxnSpPr>
          <p:spPr>
            <a:xfrm rot="10800000">
              <a:off x="7512925" y="457850"/>
              <a:ext cx="829500" cy="743400"/>
            </a:xfrm>
            <a:prstGeom prst="straightConnector1">
              <a:avLst/>
            </a:prstGeom>
            <a:noFill/>
            <a:ln w="9525" cap="flat" cmpd="sng">
              <a:solidFill>
                <a:srgbClr val="595959"/>
              </a:solidFill>
              <a:prstDash val="solid"/>
              <a:round/>
              <a:headEnd type="none" w="med" len="med"/>
              <a:tailEnd type="none" w="med" len="med"/>
            </a:ln>
          </p:spPr>
        </p:cxnSp>
        <p:cxnSp>
          <p:nvCxnSpPr>
            <p:cNvPr id="1586" name="Google Shape;1586;p31"/>
            <p:cNvCxnSpPr/>
            <p:nvPr/>
          </p:nvCxnSpPr>
          <p:spPr>
            <a:xfrm flipH="1">
              <a:off x="8348975" y="-6625"/>
              <a:ext cx="796500" cy="1188000"/>
            </a:xfrm>
            <a:prstGeom prst="straightConnector1">
              <a:avLst/>
            </a:prstGeom>
            <a:noFill/>
            <a:ln w="9525" cap="flat" cmpd="sng">
              <a:solidFill>
                <a:srgbClr val="595959"/>
              </a:solidFill>
              <a:prstDash val="solid"/>
              <a:round/>
              <a:headEnd type="none" w="med" len="med"/>
              <a:tailEnd type="none" w="med" len="med"/>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9" name="Google Shape;1589;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0" name="Google Shape;1590;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1" name="Google Shape;1591;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2" name="Google Shape;1592;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3" name="Google Shape;1593;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6" name="Google Shape;1596;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7" name="Google Shape;1597;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8" name="Google Shape;1598;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1" name="Google Shape;1601;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2" name="Google Shape;1602;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3" name="Google Shape;1603;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604" name="Google Shape;1604;p31"/>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5" name="Google Shape;1605;p31"/>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6" name="Google Shape;1606;p31"/>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7" name="Google Shape;1607;p31"/>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8" name="Google Shape;1608;p31"/>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9" name="Google Shape;1609;p31"/>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2" name="Google Shape;1612;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3" name="Google Shape;1613;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6" name="Google Shape;1616;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7" name="Google Shape;1617;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618" name="Google Shape;1618;p31"/>
          <p:cNvSpPr txBox="1">
            <a:spLocks noGrp="1"/>
          </p:cNvSpPr>
          <p:nvPr>
            <p:ph type="subTitle" idx="1"/>
          </p:nvPr>
        </p:nvSpPr>
        <p:spPr>
          <a:xfrm>
            <a:off x="4852400" y="3462528"/>
            <a:ext cx="2487200" cy="816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Tree>
    <p:extLst>
      <p:ext uri="{BB962C8B-B14F-4D97-AF65-F5344CB8AC3E}">
        <p14:creationId xmlns:p14="http://schemas.microsoft.com/office/powerpoint/2010/main" val="3058189771"/>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619"/>
        <p:cNvGrpSpPr/>
        <p:nvPr/>
      </p:nvGrpSpPr>
      <p:grpSpPr>
        <a:xfrm>
          <a:off x="0" y="0"/>
          <a:ext cx="0" cy="0"/>
          <a:chOff x="0" y="0"/>
          <a:chExt cx="0" cy="0"/>
        </a:xfrm>
      </p:grpSpPr>
      <p:sp>
        <p:nvSpPr>
          <p:cNvPr id="1620" name="Google Shape;1620;p32"/>
          <p:cNvSpPr txBox="1">
            <a:spLocks noGrp="1"/>
          </p:cNvSpPr>
          <p:nvPr>
            <p:ph type="body" idx="1"/>
          </p:nvPr>
        </p:nvSpPr>
        <p:spPr>
          <a:xfrm>
            <a:off x="2508467" y="1662467"/>
            <a:ext cx="2844400" cy="4699200"/>
          </a:xfrm>
          <a:prstGeom prst="rect">
            <a:avLst/>
          </a:prstGeom>
          <a:noFill/>
          <a:ln>
            <a:noFill/>
          </a:ln>
        </p:spPr>
        <p:txBody>
          <a:bodyPr spcFirstLastPara="1" wrap="square" lIns="91425" tIns="91425" rIns="91425" bIns="91425" anchor="t" anchorCtr="0">
            <a:noAutofit/>
          </a:bodyPr>
          <a:lstStyle>
            <a:lvl1pPr marL="609585" lvl="0" indent="-423323" rtl="0">
              <a:spcBef>
                <a:spcPts val="0"/>
              </a:spcBef>
              <a:spcAft>
                <a:spcPts val="0"/>
              </a:spcAft>
              <a:buClr>
                <a:schemeClr val="accent1"/>
              </a:buClr>
              <a:buSzPts val="1400"/>
              <a:buChar char="●"/>
              <a:defRPr sz="1600">
                <a:solidFill>
                  <a:schemeClr val="dk2"/>
                </a:solidFill>
                <a:latin typeface="Barlow Semi Condensed"/>
                <a:ea typeface="Barlow Semi Condensed"/>
                <a:cs typeface="Barlow Semi Condensed"/>
                <a:sym typeface="Barlow Semi Condensed"/>
              </a:defRPr>
            </a:lvl1pPr>
            <a:lvl2pPr marL="1219170" lvl="1"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828754" lvl="2"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2438339" lvl="3"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3047924" lvl="4"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3657509" lvl="5"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4267093" lvl="6"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4876678" lvl="7"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5486263" lvl="8"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1" name="Google Shape;1621;p32"/>
          <p:cNvSpPr txBox="1">
            <a:spLocks noGrp="1"/>
          </p:cNvSpPr>
          <p:nvPr>
            <p:ph type="body" idx="2"/>
          </p:nvPr>
        </p:nvSpPr>
        <p:spPr>
          <a:xfrm>
            <a:off x="5627100" y="1662467"/>
            <a:ext cx="4133200" cy="4699200"/>
          </a:xfrm>
          <a:prstGeom prst="rect">
            <a:avLst/>
          </a:prstGeom>
          <a:noFill/>
          <a:ln>
            <a:noFill/>
          </a:ln>
        </p:spPr>
        <p:txBody>
          <a:bodyPr spcFirstLastPara="1" wrap="square" lIns="91425" tIns="91425" rIns="91425" bIns="91425" anchor="t" anchorCtr="0">
            <a:noAutofit/>
          </a:bodyPr>
          <a:lstStyle>
            <a:lvl1pPr marL="609585" lvl="0" indent="-423323" rtl="0">
              <a:spcBef>
                <a:spcPts val="0"/>
              </a:spcBef>
              <a:spcAft>
                <a:spcPts val="0"/>
              </a:spcAft>
              <a:buClr>
                <a:schemeClr val="accent1"/>
              </a:buClr>
              <a:buSzPts val="1400"/>
              <a:buChar char="●"/>
              <a:defRPr sz="1600">
                <a:solidFill>
                  <a:schemeClr val="dk2"/>
                </a:solidFill>
                <a:latin typeface="Barlow Semi Condensed"/>
                <a:ea typeface="Barlow Semi Condensed"/>
                <a:cs typeface="Barlow Semi Condensed"/>
                <a:sym typeface="Barlow Semi Condensed"/>
              </a:defRPr>
            </a:lvl1pPr>
            <a:lvl2pPr marL="1219170" lvl="1"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828754" lvl="2"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2438339" lvl="3"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3047924" lvl="4"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3657509" lvl="5"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4267093" lvl="6"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4876678" lvl="7"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5486263" lvl="8" indent="-423323"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2" name="Google Shape;1622;p32"/>
          <p:cNvSpPr txBox="1">
            <a:spLocks noGrp="1"/>
          </p:cNvSpPr>
          <p:nvPr>
            <p:ph type="title"/>
          </p:nvPr>
        </p:nvSpPr>
        <p:spPr>
          <a:xfrm>
            <a:off x="3377184" y="451104"/>
            <a:ext cx="54500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623" name="Google Shape;1623;p32"/>
          <p:cNvGrpSpPr/>
          <p:nvPr/>
        </p:nvGrpSpPr>
        <p:grpSpPr>
          <a:xfrm>
            <a:off x="577134" y="0"/>
            <a:ext cx="11037733" cy="68876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7" name="Google Shape;1627;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8" name="Google Shape;1628;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9" name="Google Shape;1629;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0" name="Google Shape;1630;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1" name="Google Shape;1631;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4" name="Google Shape;1634;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5" name="Google Shape;1635;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6" name="Google Shape;1636;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9" name="Google Shape;1639;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0" name="Google Shape;1640;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1" name="Google Shape;1641;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642" name="Google Shape;1642;p32"/>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5" name="Google Shape;1645;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6" name="Google Shape;1646;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7" name="Google Shape;1647;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8" name="Google Shape;1648;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9" name="Google Shape;1649;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2" name="Google Shape;1652;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3" name="Google Shape;1653;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4" name="Google Shape;1654;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7" name="Google Shape;1657;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8" name="Google Shape;1658;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9" name="Google Shape;1659;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2" name="Google Shape;1662;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3" name="Google Shape;1663;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6" name="Google Shape;1666;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7" name="Google Shape;1667;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0" name="Google Shape;1670;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1" name="Google Shape;1671;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4" name="Google Shape;1674;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5" name="Google Shape;1675;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cxnSp>
          <p:nvCxnSpPr>
            <p:cNvPr id="1676" name="Google Shape;1676;p32"/>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677" name="Google Shape;1677;p32"/>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678" name="Google Shape;1678;p32"/>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9" name="Google Shape;1679;p32"/>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0" name="Google Shape;1680;p32"/>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1" name="Google Shape;1681;p32"/>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850440756"/>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282679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069329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685"/>
        <p:cNvGrpSpPr/>
        <p:nvPr/>
      </p:nvGrpSpPr>
      <p:grpSpPr>
        <a:xfrm>
          <a:off x="0" y="0"/>
          <a:ext cx="0" cy="0"/>
          <a:chOff x="0" y="0"/>
          <a:chExt cx="0" cy="0"/>
        </a:xfrm>
      </p:grpSpPr>
    </p:spTree>
    <p:extLst>
      <p:ext uri="{BB962C8B-B14F-4D97-AF65-F5344CB8AC3E}">
        <p14:creationId xmlns:p14="http://schemas.microsoft.com/office/powerpoint/2010/main" val="32929935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5000" y="702567"/>
            <a:ext cx="10262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extLst>
      <p:ext uri="{BB962C8B-B14F-4D97-AF65-F5344CB8AC3E}">
        <p14:creationId xmlns:p14="http://schemas.microsoft.com/office/powerpoint/2010/main" val="1135876606"/>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682"/>
        <p:cNvGrpSpPr/>
        <p:nvPr/>
      </p:nvGrpSpPr>
      <p:grpSpPr>
        <a:xfrm>
          <a:off x="0" y="0"/>
          <a:ext cx="0" cy="0"/>
          <a:chOff x="0" y="0"/>
          <a:chExt cx="0" cy="0"/>
        </a:xfrm>
      </p:grpSpPr>
      <p:sp>
        <p:nvSpPr>
          <p:cNvPr id="1683" name="Google Shape;1683;p33"/>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684" name="Google Shape;1684;p33"/>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000960752"/>
      </p:ext>
    </p:extLst>
  </p:cSld>
  <p:clrMap bg1="lt1" tx1="dk1" bg2="dk2" tx2="lt2" accent1="accent1" accent2="accent2" accent3="accent3" accent4="accent4" accent5="accent5" accent6="accent6" hlink="hlink" folHlink="folHlink"/>
  <p:sldLayoutIdLst>
    <p:sldLayoutId id="2147483701"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8.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slide" Target="slide7.xml"/><Relationship Id="rId11" Type="http://schemas.openxmlformats.org/officeDocument/2006/relationships/slide" Target="slide16.xml"/><Relationship Id="rId5" Type="http://schemas.openxmlformats.org/officeDocument/2006/relationships/slide" Target="slide6.xml"/><Relationship Id="rId10" Type="http://schemas.openxmlformats.org/officeDocument/2006/relationships/slide" Target="slide15.xml"/><Relationship Id="rId4" Type="http://schemas.openxmlformats.org/officeDocument/2006/relationships/slide" Target="slide5.xml"/><Relationship Id="rId9" Type="http://schemas.openxmlformats.org/officeDocument/2006/relationships/slide" Target="slide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3.xml"/><Relationship Id="rId1" Type="http://schemas.openxmlformats.org/officeDocument/2006/relationships/tags" Target="../tags/tag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3.xml"/><Relationship Id="rId1" Type="http://schemas.openxmlformats.org/officeDocument/2006/relationships/tags" Target="../tags/tag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2.xml"/><Relationship Id="rId1" Type="http://schemas.openxmlformats.org/officeDocument/2006/relationships/tags" Target="../tags/tag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3.xml"/><Relationship Id="rId1" Type="http://schemas.openxmlformats.org/officeDocument/2006/relationships/tags" Target="../tags/tag10.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3.xml"/><Relationship Id="rId1" Type="http://schemas.openxmlformats.org/officeDocument/2006/relationships/tags" Target="../tags/tag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3.xml"/><Relationship Id="rId1" Type="http://schemas.openxmlformats.org/officeDocument/2006/relationships/tags" Target="../tags/tag1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3.xml"/><Relationship Id="rId1" Type="http://schemas.openxmlformats.org/officeDocument/2006/relationships/tags" Target="../tags/tag1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3.xml"/><Relationship Id="rId1" Type="http://schemas.openxmlformats.org/officeDocument/2006/relationships/tags" Target="../tags/tag14.xml"/><Relationship Id="rId5" Type="http://schemas.openxmlformats.org/officeDocument/2006/relationships/image" Target="../media/image1.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3.xml"/><Relationship Id="rId1" Type="http://schemas.openxmlformats.org/officeDocument/2006/relationships/tags" Target="../tags/tag15.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3.xml"/><Relationship Id="rId1" Type="http://schemas.openxmlformats.org/officeDocument/2006/relationships/tags" Target="../tags/tag16.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3.xml"/><Relationship Id="rId1" Type="http://schemas.openxmlformats.org/officeDocument/2006/relationships/tags" Target="../tags/tag1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3.xml"/><Relationship Id="rId1" Type="http://schemas.openxmlformats.org/officeDocument/2006/relationships/tags" Target="../tags/tag18.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6028/nist.sp.800-218" TargetMode="External"/><Relationship Id="rId3" Type="http://schemas.openxmlformats.org/officeDocument/2006/relationships/notesSlide" Target="../notesSlides/notesSlide18.xml"/><Relationship Id="rId7" Type="http://schemas.openxmlformats.org/officeDocument/2006/relationships/hyperlink" Target="https://www.huntress.com/threat-library/data-breach/adobe-data-breach" TargetMode="External"/><Relationship Id="rId2" Type="http://schemas.openxmlformats.org/officeDocument/2006/relationships/slideLayout" Target="../slideLayouts/slideLayout33.xml"/><Relationship Id="rId1" Type="http://schemas.openxmlformats.org/officeDocument/2006/relationships/tags" Target="../tags/tag19.xml"/><Relationship Id="rId6" Type="http://schemas.openxmlformats.org/officeDocument/2006/relationships/hyperlink" Target="https://medium.com/@cdxlabs.abhiram/when-to-threat-model-proactive-security-throughout-the-sdlc-026cee0c5e0a" TargetMode="External"/><Relationship Id="rId11" Type="http://schemas.openxmlformats.org/officeDocument/2006/relationships/image" Target="../media/image1.png"/><Relationship Id="rId5" Type="http://schemas.openxmlformats.org/officeDocument/2006/relationships/hyperlink" Target="https://www.ibm.com/docs/en/aspera-on-cloud?topic=encryption-content-in-flight-rest" TargetMode="External"/><Relationship Id="rId10" Type="http://schemas.openxmlformats.org/officeDocument/2006/relationships/hyperlink" Target="https://www.blackduck.com/glossary/what-is-sast.html" TargetMode="External"/><Relationship Id="rId4" Type="http://schemas.openxmlformats.org/officeDocument/2006/relationships/hyperlink" Target="https://dualitytech.com/blog/data-at-rest-vs-in-transit-vs-in-use/" TargetMode="External"/><Relationship Id="rId9" Type="http://schemas.openxmlformats.org/officeDocument/2006/relationships/hyperlink" Target="https://www.redhat.com/en/topics/devops/what-is-devsecops"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blog.gigamon.com/2021/07/14/what-is-tls-1-2-and-why-should-you-still-care/" TargetMode="External"/><Relationship Id="rId3" Type="http://schemas.openxmlformats.org/officeDocument/2006/relationships/notesSlide" Target="../notesSlides/notesSlide19.xml"/><Relationship Id="rId7" Type="http://schemas.openxmlformats.org/officeDocument/2006/relationships/hyperlink" Target="https://www.fortinet.com/resources/cyberglossary/defense-in-depth" TargetMode="External"/><Relationship Id="rId12" Type="http://schemas.openxmlformats.org/officeDocument/2006/relationships/image" Target="../media/image1.png"/><Relationship Id="rId2" Type="http://schemas.openxmlformats.org/officeDocument/2006/relationships/slideLayout" Target="../slideLayouts/slideLayout33.xml"/><Relationship Id="rId1" Type="http://schemas.openxmlformats.org/officeDocument/2006/relationships/tags" Target="../tags/tag20.xml"/><Relationship Id="rId6" Type="http://schemas.openxmlformats.org/officeDocument/2006/relationships/hyperlink" Target="https://www.redhat.com/en/topics/devops/what-cicd-pipeline" TargetMode="External"/><Relationship Id="rId11" Type="http://schemas.openxmlformats.org/officeDocument/2006/relationships/hyperlink" Target="https://www.blackduck.com/glossary/what-is-software-composition-analysis.html" TargetMode="External"/><Relationship Id="rId5" Type="http://schemas.openxmlformats.org/officeDocument/2006/relationships/hyperlink" Target="https://www.blackduck.com/blog/threat-modeling-sdlc.html" TargetMode="External"/><Relationship Id="rId10" Type="http://schemas.openxmlformats.org/officeDocument/2006/relationships/hyperlink" Target="https://www.geeksforgeeks.org/computer-networks/advanced-encryption-standard-aes/" TargetMode="External"/><Relationship Id="rId4" Type="http://schemas.openxmlformats.org/officeDocument/2006/relationships/hyperlink" Target="https://www.gperrucci.com/en/blog/engineering/sdlc-six-phases-explained" TargetMode="External"/><Relationship Id="rId9" Type="http://schemas.openxmlformats.org/officeDocument/2006/relationships/hyperlink" Target="https://www.ibm.com/think/topics/man-in-the-middle"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6541008" y="1511808"/>
            <a:ext cx="4352400" cy="2389600"/>
          </a:xfrm>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6000"/>
              <a:buFont typeface="Century Gothic"/>
              <a:buNone/>
            </a:pPr>
            <a:r>
              <a:rPr lang="en-US" dirty="0"/>
              <a:t>Green Pace</a:t>
            </a:r>
          </a:p>
        </p:txBody>
      </p:sp>
      <p:sp>
        <p:nvSpPr>
          <p:cNvPr id="145" name="Google Shape;145;p1"/>
          <p:cNvSpPr txBox="1">
            <a:spLocks noGrp="1"/>
          </p:cNvSpPr>
          <p:nvPr>
            <p:ph type="subTitle" idx="1"/>
          </p:nvPr>
        </p:nvSpPr>
        <p:spPr>
          <a:xfrm>
            <a:off x="6541008" y="3901408"/>
            <a:ext cx="4352400" cy="1444784"/>
          </a:xfrm>
        </p:spPr>
        <p:txBody>
          <a:bodyPr spcFirstLastPara="1" wrap="square" lIns="91425" tIns="45700" rIns="91425" bIns="45700" anchor="t" anchorCtr="0">
            <a:noAutofit/>
          </a:bodyPr>
          <a:lstStyle/>
          <a:p>
            <a:pPr marL="0" lvl="0" indent="0" algn="l" rtl="0">
              <a:lnSpc>
                <a:spcPct val="170000"/>
              </a:lnSpc>
              <a:spcBef>
                <a:spcPts val="0"/>
              </a:spcBef>
              <a:spcAft>
                <a:spcPts val="0"/>
              </a:spcAft>
              <a:buClr>
                <a:schemeClr val="lt1"/>
              </a:buClr>
              <a:buSzPts val="1850"/>
              <a:buNone/>
            </a:pPr>
            <a:r>
              <a:rPr lang="en-US" sz="2900" dirty="0"/>
              <a:t>Security Policy Presentation</a:t>
            </a:r>
          </a:p>
          <a:p>
            <a:pPr marL="0" lvl="0" indent="0" algn="l" rtl="0">
              <a:lnSpc>
                <a:spcPct val="170000"/>
              </a:lnSpc>
              <a:spcBef>
                <a:spcPts val="0"/>
              </a:spcBef>
              <a:spcAft>
                <a:spcPts val="0"/>
              </a:spcAft>
              <a:buClr>
                <a:schemeClr val="lt1"/>
              </a:buClr>
              <a:buSzPts val="1850"/>
              <a:buNone/>
            </a:pPr>
            <a:r>
              <a:rPr lang="en-US" sz="2900" dirty="0"/>
              <a:t>Developer: </a:t>
            </a:r>
            <a:r>
              <a:rPr lang="en-US" sz="2900" i="1" dirty="0"/>
              <a:t>Chakira Lora</a:t>
            </a:r>
          </a:p>
        </p:txBody>
      </p:sp>
      <p:pic>
        <p:nvPicPr>
          <p:cNvPr id="146" name="Google Shape;146;p1" descr="Green Pace logo"/>
          <p:cNvPicPr preferRelativeResize="0"/>
          <p:nvPr/>
        </p:nvPicPr>
        <p:blipFill>
          <a:blip r:embed="rId4"/>
          <a:srcRect l="6585" r="7118" b="3"/>
          <a:stretch>
            <a:fillRect/>
          </a:stretch>
        </p:blipFill>
        <p:spPr>
          <a:xfrm>
            <a:off x="841392" y="377523"/>
            <a:ext cx="4068635" cy="6102953"/>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1194816" y="2718816"/>
            <a:ext cx="4754800" cy="1816800"/>
          </a:xfrm>
        </p:spPr>
        <p:txBody>
          <a:bodyPr spcFirstLastPara="1" wrap="square" lIns="91425" tIns="91425" rIns="91425" bIns="91425" anchor="b" anchorCtr="0">
            <a:normAutofit/>
          </a:bodyPr>
          <a:lstStyle/>
          <a:p>
            <a:r>
              <a:rPr lang="en-US" b="1" i="0" u="none" strike="noStrike" cap="none" spc="0" dirty="0">
                <a:latin typeface="Barlow Semi Condensed" panose="00000506000000000000" pitchFamily="2" charset="0"/>
                <a:sym typeface="Fjalla One"/>
              </a:rPr>
              <a:t>Content</a:t>
            </a:r>
          </a:p>
        </p:txBody>
      </p:sp>
      <p:sp>
        <p:nvSpPr>
          <p:cNvPr id="2161" name="TextBox 2160">
            <a:extLst>
              <a:ext uri="{FF2B5EF4-FFF2-40B4-BE49-F238E27FC236}">
                <a16:creationId xmlns:a16="http://schemas.microsoft.com/office/drawing/2014/main" id="{19ADDCA6-3A85-D9BB-7FF4-7CC29084113B}"/>
              </a:ext>
            </a:extLst>
          </p:cNvPr>
          <p:cNvSpPr txBox="1"/>
          <p:nvPr/>
        </p:nvSpPr>
        <p:spPr>
          <a:xfrm>
            <a:off x="6242386" y="655167"/>
            <a:ext cx="5202362" cy="5944097"/>
          </a:xfrm>
          <a:prstGeom prst="rect">
            <a:avLst/>
          </a:prstGeom>
          <a:noFill/>
          <a:ln>
            <a:noFill/>
          </a:ln>
        </p:spPr>
        <p:txBody>
          <a:bodyPr spcFirstLastPara="1" wrap="square" lIns="91425" tIns="91425" rIns="91425" bIns="91425" anchor="t" anchorCtr="0">
            <a:noAutofit/>
          </a:bodyPr>
          <a:lstStyle/>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3" action="ppaction://hlinksldjump"/>
              </a:rPr>
              <a:t>Overview</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4" action="ppaction://hlinksldjump"/>
              </a:rPr>
              <a:t>Principles</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5" action="ppaction://hlinksldjump"/>
              </a:rPr>
              <a:t>Coding Standards</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6" action="ppaction://hlinksldjump"/>
              </a:rPr>
              <a:t>Encryption Strategy</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7" action="ppaction://hlinksldjump"/>
              </a:rPr>
              <a:t>Triple-A Framework</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8" action="ppaction://hlinksldjump"/>
              </a:rPr>
              <a:t>Unit Testing</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9" action="ppaction://hlinksldjump"/>
              </a:rPr>
              <a:t>Automation Summary</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10" action="ppaction://hlinksldjump"/>
              </a:rPr>
              <a:t>Risks and Benefits</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11" action="ppaction://hlinksldjump"/>
              </a:rPr>
              <a:t>Recommendations</a:t>
            </a: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rPr>
              <a:t> &amp; </a:t>
            </a: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12" action="ppaction://hlinksldjump"/>
              </a:rPr>
              <a:t>Conclusion</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a:p>
            <a:pPr marL="643462" lvl="0" indent="-457200">
              <a:lnSpc>
                <a:spcPct val="150000"/>
              </a:lnSpc>
              <a:spcAft>
                <a:spcPts val="600"/>
              </a:spcAft>
              <a:buClr>
                <a:schemeClr val="accent5"/>
              </a:buClr>
              <a:buSzPts val="1400"/>
              <a:buFont typeface="+mj-lt"/>
              <a:buAutoNum type="arabicPeriod"/>
            </a:pPr>
            <a:r>
              <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hlinkClick r:id="rId13" action="ppaction://hlinksldjump"/>
              </a:rPr>
              <a:t>References</a:t>
            </a:r>
            <a:endParaRPr lang="en-US" sz="2000" b="1" i="0" u="none" strike="noStrike" cap="none" spc="0" dirty="0">
              <a:solidFill>
                <a:schemeClr val="accent5"/>
              </a:solidFill>
              <a:effectLst/>
              <a:latin typeface="Barlow Semi Condensed" panose="00000506000000000000" pitchFamily="2" charset="0"/>
              <a:ea typeface="Barlow Semi Condensed"/>
              <a:cs typeface="Barlow Semi Condensed"/>
              <a:sym typeface="Barlow Semi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521109" y="535774"/>
            <a:ext cx="4129549" cy="54331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ts val="4000"/>
              <a:buFont typeface="Century Gothic"/>
              <a:buNone/>
            </a:pPr>
            <a:r>
              <a:rPr lang="en-US" b="1" dirty="0">
                <a:latin typeface="Barlow Semi Condensed" panose="00000506000000000000" pitchFamily="2" charset="0"/>
              </a:rPr>
              <a:t>OVERVIEW: DEFENSE IN DEPTH</a:t>
            </a:r>
            <a:endParaRPr b="1" dirty="0">
              <a:latin typeface="Barlow Semi Condensed" panose="00000506000000000000" pitchFamily="2" charset="0"/>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521109" y="2480624"/>
            <a:ext cx="6528723" cy="3841602"/>
          </a:xfrm>
          <a:prstGeom prst="rect">
            <a:avLst/>
          </a:prstGeom>
          <a:noFill/>
          <a:ln>
            <a:noFill/>
          </a:ln>
        </p:spPr>
      </p:pic>
      <p:sp>
        <p:nvSpPr>
          <p:cNvPr id="6" name="TextBox 5">
            <a:extLst>
              <a:ext uri="{FF2B5EF4-FFF2-40B4-BE49-F238E27FC236}">
                <a16:creationId xmlns:a16="http://schemas.microsoft.com/office/drawing/2014/main" id="{160E353F-C409-A524-B703-69BF5CF5BD3B}"/>
              </a:ext>
            </a:extLst>
          </p:cNvPr>
          <p:cNvSpPr txBox="1"/>
          <p:nvPr/>
        </p:nvSpPr>
        <p:spPr>
          <a:xfrm>
            <a:off x="521109" y="1241249"/>
            <a:ext cx="5368414" cy="830997"/>
          </a:xfrm>
          <a:prstGeom prst="rect">
            <a:avLst/>
          </a:prstGeom>
          <a:noFill/>
        </p:spPr>
        <p:txBody>
          <a:bodyPr wrap="square" rtlCol="0">
            <a:spAutoFit/>
          </a:bodyPr>
          <a:lstStyle/>
          <a:p>
            <a:r>
              <a:rPr lang="en-US" sz="1600" dirty="0">
                <a:latin typeface="Barlow Semi Condensed" panose="00000506000000000000" pitchFamily="2" charset="0"/>
              </a:rPr>
              <a:t>The policies standardize software engineering practices across all development teams to ensure software is built, deployed, and supported while meeting strict security baselines.</a:t>
            </a:r>
          </a:p>
        </p:txBody>
      </p:sp>
      <p:grpSp>
        <p:nvGrpSpPr>
          <p:cNvPr id="5" name="Group 4">
            <a:extLst>
              <a:ext uri="{FF2B5EF4-FFF2-40B4-BE49-F238E27FC236}">
                <a16:creationId xmlns:a16="http://schemas.microsoft.com/office/drawing/2014/main" id="{27B6E606-3023-9A79-3FDB-D8C6000D2A3D}"/>
              </a:ext>
            </a:extLst>
          </p:cNvPr>
          <p:cNvGrpSpPr/>
          <p:nvPr/>
        </p:nvGrpSpPr>
        <p:grpSpPr>
          <a:xfrm>
            <a:off x="7204939" y="535774"/>
            <a:ext cx="4465952" cy="2696245"/>
            <a:chOff x="7541343" y="535774"/>
            <a:chExt cx="4080386" cy="2783567"/>
          </a:xfrm>
        </p:grpSpPr>
        <p:sp>
          <p:nvSpPr>
            <p:cNvPr id="2" name="Rectangle: Rounded Corners 1">
              <a:extLst>
                <a:ext uri="{FF2B5EF4-FFF2-40B4-BE49-F238E27FC236}">
                  <a16:creationId xmlns:a16="http://schemas.microsoft.com/office/drawing/2014/main" id="{46573DCE-48AC-836C-BDF4-914093FC5866}"/>
                </a:ext>
              </a:extLst>
            </p:cNvPr>
            <p:cNvSpPr/>
            <p:nvPr/>
          </p:nvSpPr>
          <p:spPr>
            <a:xfrm>
              <a:off x="7541345" y="535774"/>
              <a:ext cx="4080384" cy="2783567"/>
            </a:xfrm>
            <a:prstGeom prst="roundRect">
              <a:avLst/>
            </a:prstGeom>
            <a:solidFill>
              <a:srgbClr val="749E5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Barlow Semi Condensed" panose="00000506000000000000" pitchFamily="2" charset="0"/>
              </a:endParaRPr>
            </a:p>
          </p:txBody>
        </p:sp>
        <p:sp>
          <p:nvSpPr>
            <p:cNvPr id="4" name="TextBox 3">
              <a:extLst>
                <a:ext uri="{FF2B5EF4-FFF2-40B4-BE49-F238E27FC236}">
                  <a16:creationId xmlns:a16="http://schemas.microsoft.com/office/drawing/2014/main" id="{AAF5F373-2E96-C188-E249-5D2BBDE0A37C}"/>
                </a:ext>
              </a:extLst>
            </p:cNvPr>
            <p:cNvSpPr txBox="1"/>
            <p:nvPr/>
          </p:nvSpPr>
          <p:spPr>
            <a:xfrm>
              <a:off x="7541343" y="775734"/>
              <a:ext cx="4080384" cy="2303647"/>
            </a:xfrm>
            <a:prstGeom prst="rect">
              <a:avLst/>
            </a:prstGeom>
            <a:noFill/>
          </p:spPr>
          <p:txBody>
            <a:bodyPr wrap="square" rtlCol="0">
              <a:spAutoFit/>
            </a:bodyPr>
            <a:lstStyle/>
            <a:p>
              <a:pPr algn="ctr">
                <a:lnSpc>
                  <a:spcPct val="150000"/>
                </a:lnSpc>
                <a:buClr>
                  <a:schemeClr val="bg1"/>
                </a:buClr>
              </a:pPr>
              <a:r>
                <a:rPr lang="en-US" sz="1800" b="1" dirty="0">
                  <a:solidFill>
                    <a:schemeClr val="bg1"/>
                  </a:solidFill>
                  <a:latin typeface="Barlow Semi Condensed" panose="00000506000000000000" pitchFamily="2" charset="0"/>
                </a:rPr>
                <a:t>Why it was needed</a:t>
              </a:r>
            </a:p>
            <a:p>
              <a:pPr marL="285750" indent="-285750">
                <a:buClr>
                  <a:schemeClr val="bg1"/>
                </a:buClr>
                <a:buFont typeface="Courier New" panose="02070309020205020404" pitchFamily="49" charset="0"/>
                <a:buChar char="o"/>
              </a:pPr>
              <a:r>
                <a:rPr lang="en-US" sz="1600" dirty="0">
                  <a:solidFill>
                    <a:schemeClr val="bg1"/>
                  </a:solidFill>
                  <a:latin typeface="Barlow Semi Condensed" panose="00000506000000000000" pitchFamily="2" charset="0"/>
                </a:rPr>
                <a:t>Relying on a single security boundary guarantees vulnerability when that single control is bypassed.</a:t>
              </a:r>
              <a:br>
                <a:rPr lang="en-US" sz="1600" dirty="0">
                  <a:solidFill>
                    <a:schemeClr val="bg1"/>
                  </a:solidFill>
                  <a:latin typeface="Barlow Semi Condensed" panose="00000506000000000000" pitchFamily="2" charset="0"/>
                </a:rPr>
              </a:br>
              <a:endParaRPr lang="en-US" sz="1600" dirty="0">
                <a:solidFill>
                  <a:schemeClr val="bg1"/>
                </a:solidFill>
                <a:latin typeface="Barlow Semi Condensed" panose="00000506000000000000" pitchFamily="2" charset="0"/>
              </a:endParaRPr>
            </a:p>
            <a:p>
              <a:pPr marL="285750" indent="-285750">
                <a:buClr>
                  <a:schemeClr val="bg1"/>
                </a:buClr>
                <a:buFont typeface="Courier New" panose="02070309020205020404" pitchFamily="49" charset="0"/>
                <a:buChar char="o"/>
              </a:pPr>
              <a:r>
                <a:rPr lang="en-US" sz="1600" dirty="0">
                  <a:solidFill>
                    <a:schemeClr val="bg1"/>
                  </a:solidFill>
                  <a:latin typeface="Barlow Semi Condensed" panose="00000506000000000000" pitchFamily="2" charset="0"/>
                </a:rPr>
                <a:t>Operates under the assumption that all external inputs (CLI arguments, environment variables, network sockets, SQL queries) are inherently untrusted.</a:t>
              </a:r>
            </a:p>
          </p:txBody>
        </p:sp>
      </p:grpSp>
      <p:grpSp>
        <p:nvGrpSpPr>
          <p:cNvPr id="12" name="Group 11">
            <a:extLst>
              <a:ext uri="{FF2B5EF4-FFF2-40B4-BE49-F238E27FC236}">
                <a16:creationId xmlns:a16="http://schemas.microsoft.com/office/drawing/2014/main" id="{A80A7376-28CF-6B9D-F7E5-506096B28A0C}"/>
              </a:ext>
            </a:extLst>
          </p:cNvPr>
          <p:cNvGrpSpPr/>
          <p:nvPr/>
        </p:nvGrpSpPr>
        <p:grpSpPr>
          <a:xfrm>
            <a:off x="7204941" y="3747766"/>
            <a:ext cx="4465950" cy="2719470"/>
            <a:chOff x="7204940" y="2893046"/>
            <a:chExt cx="4593767" cy="2490824"/>
          </a:xfrm>
        </p:grpSpPr>
        <p:sp>
          <p:nvSpPr>
            <p:cNvPr id="10" name="Rectangle: Rounded Corners 9">
              <a:extLst>
                <a:ext uri="{FF2B5EF4-FFF2-40B4-BE49-F238E27FC236}">
                  <a16:creationId xmlns:a16="http://schemas.microsoft.com/office/drawing/2014/main" id="{1B2D98D9-A1EF-BBCC-A1B4-F6B815220F2A}"/>
                </a:ext>
              </a:extLst>
            </p:cNvPr>
            <p:cNvSpPr/>
            <p:nvPr/>
          </p:nvSpPr>
          <p:spPr>
            <a:xfrm>
              <a:off x="7204941" y="2893046"/>
              <a:ext cx="4593766" cy="2490824"/>
            </a:xfrm>
            <a:prstGeom prst="roundRect">
              <a:avLst/>
            </a:prstGeom>
            <a:solidFill>
              <a:schemeClr val="accent5">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Barlow Semi Condensed" panose="00000506000000000000" pitchFamily="2" charset="0"/>
              </a:endParaRPr>
            </a:p>
          </p:txBody>
        </p:sp>
        <p:sp>
          <p:nvSpPr>
            <p:cNvPr id="11" name="TextBox 10">
              <a:extLst>
                <a:ext uri="{FF2B5EF4-FFF2-40B4-BE49-F238E27FC236}">
                  <a16:creationId xmlns:a16="http://schemas.microsoft.com/office/drawing/2014/main" id="{F6B9B642-ED83-4E3D-3B60-4925D1240472}"/>
                </a:ext>
              </a:extLst>
            </p:cNvPr>
            <p:cNvSpPr txBox="1"/>
            <p:nvPr/>
          </p:nvSpPr>
          <p:spPr>
            <a:xfrm>
              <a:off x="7204940" y="3229332"/>
              <a:ext cx="4593766" cy="1818252"/>
            </a:xfrm>
            <a:prstGeom prst="rect">
              <a:avLst/>
            </a:prstGeom>
            <a:noFill/>
          </p:spPr>
          <p:txBody>
            <a:bodyPr wrap="square" rtlCol="0">
              <a:spAutoFit/>
            </a:bodyPr>
            <a:lstStyle/>
            <a:p>
              <a:pPr algn="ctr">
                <a:lnSpc>
                  <a:spcPct val="150000"/>
                </a:lnSpc>
              </a:pPr>
              <a:r>
                <a:rPr lang="en-US" sz="1800" b="1" dirty="0">
                  <a:solidFill>
                    <a:schemeClr val="bg1"/>
                  </a:solidFill>
                  <a:latin typeface="Barlow Semi Condensed" panose="00000506000000000000" pitchFamily="2" charset="0"/>
                </a:rPr>
                <a:t>Supporting Defense in Depth</a:t>
              </a:r>
            </a:p>
            <a:p>
              <a:pPr marL="285750" indent="-285750">
                <a:buClr>
                  <a:schemeClr val="bg1"/>
                </a:buClr>
                <a:buFont typeface="Courier New" panose="02070309020205020404" pitchFamily="49" charset="0"/>
                <a:buChar char="o"/>
              </a:pPr>
              <a:r>
                <a:rPr lang="en-US" sz="1600" dirty="0">
                  <a:solidFill>
                    <a:schemeClr val="bg1"/>
                  </a:solidFill>
                  <a:latin typeface="Barlow Semi Condensed" panose="00000506000000000000" pitchFamily="2" charset="0"/>
                </a:rPr>
                <a:t>Mandates SDLC compliance, automated SAST code scanning, and secure coding standards.</a:t>
              </a:r>
              <a:br>
                <a:rPr lang="en-US" sz="1600" dirty="0">
                  <a:solidFill>
                    <a:schemeClr val="bg1"/>
                  </a:solidFill>
                  <a:latin typeface="Barlow Semi Condensed" panose="00000506000000000000" pitchFamily="2" charset="0"/>
                </a:rPr>
              </a:br>
              <a:endParaRPr lang="en-US" sz="1600" dirty="0">
                <a:solidFill>
                  <a:schemeClr val="bg1"/>
                </a:solidFill>
                <a:latin typeface="Barlow Semi Condensed" panose="00000506000000000000" pitchFamily="2" charset="0"/>
              </a:endParaRPr>
            </a:p>
            <a:p>
              <a:pPr marL="285750" indent="-285750">
                <a:buClr>
                  <a:schemeClr val="bg1"/>
                </a:buClr>
                <a:buFont typeface="Courier New" panose="02070309020205020404" pitchFamily="49" charset="0"/>
                <a:buChar char="o"/>
              </a:pPr>
              <a:r>
                <a:rPr lang="en-US" sz="1600" dirty="0">
                  <a:solidFill>
                    <a:schemeClr val="bg1"/>
                  </a:solidFill>
                  <a:latin typeface="Barlow Semi Condensed" panose="00000506000000000000" pitchFamily="2" charset="0"/>
                </a:rPr>
                <a:t>Ensures that if network or host perimeter controls are breached, internal application-level controls protect critical asset databases and systems.</a:t>
              </a:r>
            </a:p>
          </p:txBody>
        </p:sp>
      </p:gr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1474793" y="547452"/>
            <a:ext cx="2588342" cy="61214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ts val="4000"/>
              <a:buFont typeface="Century Gothic"/>
              <a:buNone/>
            </a:pPr>
            <a:r>
              <a:rPr lang="en-US" b="1" dirty="0">
                <a:latin typeface="Barlow Semi Condensed" panose="00000506000000000000" pitchFamily="2" charset="0"/>
              </a:rPr>
              <a:t>THREATS MATRIX</a:t>
            </a:r>
            <a:endParaRPr b="1" dirty="0">
              <a:latin typeface="Barlow Semi Condensed" panose="00000506000000000000" pitchFamily="2" charset="0"/>
            </a:endParaRPr>
          </a:p>
        </p:txBody>
      </p:sp>
      <p:pic>
        <p:nvPicPr>
          <p:cNvPr id="162" name="Google Shape;162;p4" descr="Green Pace logo"/>
          <p:cNvPicPr preferRelativeResize="0"/>
          <p:nvPr/>
        </p:nvPicPr>
        <p:blipFill>
          <a:blip r:embed="rId4">
            <a:alphaModFix/>
          </a:blip>
          <a:stretch>
            <a:fillRect/>
          </a:stretch>
        </p:blipFill>
        <p:spPr>
          <a:xfrm>
            <a:off x="404759" y="278912"/>
            <a:ext cx="886601" cy="1149225"/>
          </a:xfrm>
          <a:prstGeom prst="rect">
            <a:avLst/>
          </a:prstGeom>
          <a:noFill/>
          <a:ln>
            <a:noFill/>
          </a:ln>
        </p:spPr>
      </p:pic>
      <p:graphicFrame>
        <p:nvGraphicFramePr>
          <p:cNvPr id="2" name="Table 1">
            <a:extLst>
              <a:ext uri="{FF2B5EF4-FFF2-40B4-BE49-F238E27FC236}">
                <a16:creationId xmlns:a16="http://schemas.microsoft.com/office/drawing/2014/main" id="{C090353B-EA5F-9861-36F9-BA9896C429F4}"/>
              </a:ext>
            </a:extLst>
          </p:cNvPr>
          <p:cNvGraphicFramePr>
            <a:graphicFrameLocks noGrp="1"/>
          </p:cNvGraphicFramePr>
          <p:nvPr>
            <p:extLst>
              <p:ext uri="{D42A27DB-BD31-4B8C-83A1-F6EECF244321}">
                <p14:modId xmlns:p14="http://schemas.microsoft.com/office/powerpoint/2010/main" val="3986348393"/>
              </p:ext>
            </p:extLst>
          </p:nvPr>
        </p:nvGraphicFramePr>
        <p:xfrm>
          <a:off x="404761" y="1531283"/>
          <a:ext cx="8473768" cy="2775238"/>
        </p:xfrm>
        <a:graphic>
          <a:graphicData uri="http://schemas.openxmlformats.org/drawingml/2006/table">
            <a:tbl>
              <a:tblPr firstRow="1" bandRow="1">
                <a:tableStyleId>{35758FB7-9AC5-4552-8A53-C91805E547FA}</a:tableStyleId>
              </a:tblPr>
              <a:tblGrid>
                <a:gridCol w="4197778">
                  <a:extLst>
                    <a:ext uri="{9D8B030D-6E8A-4147-A177-3AD203B41FA5}">
                      <a16:colId xmlns:a16="http://schemas.microsoft.com/office/drawing/2014/main" val="1254662274"/>
                    </a:ext>
                  </a:extLst>
                </a:gridCol>
                <a:gridCol w="4275990">
                  <a:extLst>
                    <a:ext uri="{9D8B030D-6E8A-4147-A177-3AD203B41FA5}">
                      <a16:colId xmlns:a16="http://schemas.microsoft.com/office/drawing/2014/main" val="3878013370"/>
                    </a:ext>
                  </a:extLst>
                </a:gridCol>
              </a:tblGrid>
              <a:tr h="638163">
                <a:tc>
                  <a:txBody>
                    <a:bodyPr/>
                    <a:lstStyle/>
                    <a:p>
                      <a:pPr algn="ctr">
                        <a:lnSpc>
                          <a:spcPct val="150000"/>
                        </a:lnSpc>
                      </a:pPr>
                      <a:r>
                        <a:rPr lang="en-US" sz="2400" dirty="0"/>
                        <a:t>Likely</a:t>
                      </a:r>
                    </a:p>
                  </a:txBody>
                  <a:tcPr/>
                </a:tc>
                <a:tc>
                  <a:txBody>
                    <a:bodyPr/>
                    <a:lstStyle/>
                    <a:p>
                      <a:pPr algn="ctr">
                        <a:lnSpc>
                          <a:spcPct val="150000"/>
                        </a:lnSpc>
                      </a:pPr>
                      <a:r>
                        <a:rPr lang="en-US" sz="2400" dirty="0"/>
                        <a:t>Priority</a:t>
                      </a:r>
                    </a:p>
                  </a:txBody>
                  <a:tcPr/>
                </a:tc>
                <a:extLst>
                  <a:ext uri="{0D108BD9-81ED-4DB2-BD59-A6C34878D82A}">
                    <a16:rowId xmlns:a16="http://schemas.microsoft.com/office/drawing/2014/main" val="999025506"/>
                  </a:ext>
                </a:extLst>
              </a:tr>
              <a:tr h="2137075">
                <a:tc>
                  <a:txBody>
                    <a:bodyPr/>
                    <a:lstStyle/>
                    <a:p>
                      <a:pPr lvl="0" algn="l">
                        <a:lnSpc>
                          <a:spcPct val="150000"/>
                        </a:lnSpc>
                      </a:pPr>
                      <a:r>
                        <a:rPr lang="en-US" sz="1400" b="1" dirty="0"/>
                        <a:t>STD-002-CPP</a:t>
                      </a:r>
                      <a:r>
                        <a:rPr lang="en-US" sz="1400" dirty="0"/>
                        <a:t>: Unsigned Integer Wrapping </a:t>
                      </a:r>
                    </a:p>
                    <a:p>
                      <a:pPr lvl="0" algn="l">
                        <a:lnSpc>
                          <a:spcPct val="150000"/>
                        </a:lnSpc>
                      </a:pPr>
                      <a:r>
                        <a:rPr lang="en-US" sz="1400" b="1" dirty="0"/>
                        <a:t>STD-004-CPP</a:t>
                      </a:r>
                      <a:r>
                        <a:rPr lang="en-US" sz="1400" dirty="0"/>
                        <a:t>: SQL Injection / String Formatting </a:t>
                      </a:r>
                    </a:p>
                    <a:p>
                      <a:pPr lvl="0" algn="l">
                        <a:lnSpc>
                          <a:spcPct val="150000"/>
                        </a:lnSpc>
                      </a:pPr>
                      <a:r>
                        <a:rPr lang="en-US" sz="1400" b="1" dirty="0"/>
                        <a:t>STD-005-CPP</a:t>
                      </a:r>
                      <a:r>
                        <a:rPr lang="en-US" sz="1400" dirty="0"/>
                        <a:t>: Use-After-Free Memory Access </a:t>
                      </a:r>
                    </a:p>
                    <a:p>
                      <a:pPr lvl="0" algn="l">
                        <a:lnSpc>
                          <a:spcPct val="150000"/>
                        </a:lnSpc>
                      </a:pPr>
                      <a:r>
                        <a:rPr lang="en-US" sz="1400" b="1" dirty="0"/>
                        <a:t>STD-007-CPP</a:t>
                      </a:r>
                      <a:r>
                        <a:rPr lang="en-US" sz="1400" dirty="0"/>
                        <a:t>: Unchecked Standard Library Errors </a:t>
                      </a:r>
                    </a:p>
                    <a:p>
                      <a:pPr lvl="0" algn="l">
                        <a:lnSpc>
                          <a:spcPct val="150000"/>
                        </a:lnSpc>
                      </a:pPr>
                      <a:r>
                        <a:rPr lang="en-US" sz="1400" b="1" dirty="0"/>
                        <a:t>STD-008-CPP</a:t>
                      </a:r>
                      <a:r>
                        <a:rPr lang="en-US" sz="1400" dirty="0"/>
                        <a:t>: Null Pointer Dereference </a:t>
                      </a:r>
                    </a:p>
                    <a:p>
                      <a:pPr lvl="0" algn="l">
                        <a:lnSpc>
                          <a:spcPct val="150000"/>
                        </a:lnSpc>
                      </a:pPr>
                      <a:r>
                        <a:rPr lang="en-US" sz="1400" b="1" dirty="0"/>
                        <a:t>STD-010-CPP</a:t>
                      </a:r>
                      <a:r>
                        <a:rPr lang="en-US" sz="1400" dirty="0"/>
                        <a:t>: Modifying String Literals</a:t>
                      </a:r>
                    </a:p>
                  </a:txBody>
                  <a:tcPr/>
                </a:tc>
                <a:tc>
                  <a:txBody>
                    <a:bodyPr/>
                    <a:lstStyle/>
                    <a:p>
                      <a:pPr marL="0" lvl="0" indent="0" algn="l">
                        <a:lnSpc>
                          <a:spcPct val="150000"/>
                        </a:lnSpc>
                        <a:buFont typeface="Arial" panose="020B0604020202020204" pitchFamily="34" charset="0"/>
                        <a:buNone/>
                      </a:pPr>
                      <a:r>
                        <a:rPr lang="en-US" sz="1400" b="1" dirty="0"/>
                        <a:t>STD-003-CPP</a:t>
                      </a:r>
                      <a:r>
                        <a:rPr lang="en-US" sz="1400" dirty="0"/>
                        <a:t> Buffer Overflow </a:t>
                      </a:r>
                    </a:p>
                    <a:p>
                      <a:pPr marL="0" lvl="0" indent="0" algn="l">
                        <a:lnSpc>
                          <a:spcPct val="150000"/>
                        </a:lnSpc>
                        <a:buFont typeface="Arial" panose="020B0604020202020204" pitchFamily="34" charset="0"/>
                        <a:buNone/>
                      </a:pPr>
                      <a:r>
                        <a:rPr lang="en-US" sz="1400" b="1" dirty="0"/>
                        <a:t>STD-004-CPP</a:t>
                      </a:r>
                      <a:r>
                        <a:rPr lang="en-US" sz="1400" dirty="0"/>
                        <a:t>: SQL Injection</a:t>
                      </a:r>
                    </a:p>
                    <a:p>
                      <a:pPr marL="0" lvl="0" indent="0" algn="l">
                        <a:lnSpc>
                          <a:spcPct val="150000"/>
                        </a:lnSpc>
                        <a:buFont typeface="Arial" panose="020B0604020202020204" pitchFamily="34" charset="0"/>
                        <a:buNone/>
                      </a:pPr>
                      <a:r>
                        <a:rPr lang="en-US" sz="1400" b="1" dirty="0"/>
                        <a:t>STD-005-CPP</a:t>
                      </a:r>
                      <a:r>
                        <a:rPr lang="en-US" sz="1400" dirty="0"/>
                        <a:t>: Memory Corruption </a:t>
                      </a:r>
                    </a:p>
                    <a:p>
                      <a:pPr marL="0" lvl="0" indent="0" algn="l">
                        <a:lnSpc>
                          <a:spcPct val="150000"/>
                        </a:lnSpc>
                        <a:buFont typeface="Arial" panose="020B0604020202020204" pitchFamily="34" charset="0"/>
                        <a:buNone/>
                      </a:pPr>
                      <a:r>
                        <a:rPr lang="en-US" sz="1400" b="1" dirty="0"/>
                        <a:t>STD-007-CPP</a:t>
                      </a:r>
                      <a:r>
                        <a:rPr lang="en-US" sz="1400" dirty="0"/>
                        <a:t>: Unchecked Standard Library Errors </a:t>
                      </a:r>
                    </a:p>
                    <a:p>
                      <a:pPr marL="0" lvl="0" indent="0" algn="l">
                        <a:lnSpc>
                          <a:spcPct val="150000"/>
                        </a:lnSpc>
                        <a:buFont typeface="Arial" panose="020B0604020202020204" pitchFamily="34" charset="0"/>
                        <a:buNone/>
                      </a:pPr>
                      <a:r>
                        <a:rPr lang="en-US" sz="1400" b="1" dirty="0"/>
                        <a:t>STD-008-CPP</a:t>
                      </a:r>
                      <a:r>
                        <a:rPr lang="en-US" sz="1400" dirty="0"/>
                        <a:t>: Null Pointer Dereferences </a:t>
                      </a:r>
                    </a:p>
                    <a:p>
                      <a:pPr marL="0" lvl="0" indent="0" algn="l">
                        <a:lnSpc>
                          <a:spcPct val="150000"/>
                        </a:lnSpc>
                        <a:buFont typeface="Arial" panose="020B0604020202020204" pitchFamily="34" charset="0"/>
                        <a:buNone/>
                      </a:pPr>
                      <a:r>
                        <a:rPr lang="en-US" sz="1400" b="1" dirty="0"/>
                        <a:t>STD-009-CPP</a:t>
                      </a:r>
                      <a:r>
                        <a:rPr lang="en-US" sz="1400" dirty="0"/>
                        <a:t>: Unsafe </a:t>
                      </a:r>
                      <a:r>
                        <a:rPr lang="en-US" sz="1400" dirty="0">
                          <a:latin typeface="Courier New" panose="02070309020205020404" pitchFamily="49" charset="0"/>
                        </a:rPr>
                        <a:t>system()</a:t>
                      </a:r>
                      <a:r>
                        <a:rPr lang="en-US" sz="1400" dirty="0"/>
                        <a:t> Execution</a:t>
                      </a:r>
                    </a:p>
                  </a:txBody>
                  <a:tcPr/>
                </a:tc>
                <a:extLst>
                  <a:ext uri="{0D108BD9-81ED-4DB2-BD59-A6C34878D82A}">
                    <a16:rowId xmlns:a16="http://schemas.microsoft.com/office/drawing/2014/main" val="2121973503"/>
                  </a:ext>
                </a:extLst>
              </a:tr>
            </a:tbl>
          </a:graphicData>
        </a:graphic>
      </p:graphicFrame>
      <p:graphicFrame>
        <p:nvGraphicFramePr>
          <p:cNvPr id="8" name="Table 7">
            <a:extLst>
              <a:ext uri="{FF2B5EF4-FFF2-40B4-BE49-F238E27FC236}">
                <a16:creationId xmlns:a16="http://schemas.microsoft.com/office/drawing/2014/main" id="{D24F39D2-D15A-50E2-0BA2-89EE888B0105}"/>
              </a:ext>
            </a:extLst>
          </p:cNvPr>
          <p:cNvGraphicFramePr>
            <a:graphicFrameLocks noGrp="1"/>
          </p:cNvGraphicFramePr>
          <p:nvPr>
            <p:extLst>
              <p:ext uri="{D42A27DB-BD31-4B8C-83A1-F6EECF244321}">
                <p14:modId xmlns:p14="http://schemas.microsoft.com/office/powerpoint/2010/main" val="1517229219"/>
              </p:ext>
            </p:extLst>
          </p:nvPr>
        </p:nvGraphicFramePr>
        <p:xfrm>
          <a:off x="404759" y="4306521"/>
          <a:ext cx="8473767" cy="2163099"/>
        </p:xfrm>
        <a:graphic>
          <a:graphicData uri="http://schemas.openxmlformats.org/drawingml/2006/table">
            <a:tbl>
              <a:tblPr firstRow="1" bandRow="1">
                <a:tableStyleId>{35758FB7-9AC5-4552-8A53-C91805E547FA}</a:tableStyleId>
              </a:tblPr>
              <a:tblGrid>
                <a:gridCol w="4195881">
                  <a:extLst>
                    <a:ext uri="{9D8B030D-6E8A-4147-A177-3AD203B41FA5}">
                      <a16:colId xmlns:a16="http://schemas.microsoft.com/office/drawing/2014/main" val="1254662274"/>
                    </a:ext>
                  </a:extLst>
                </a:gridCol>
                <a:gridCol w="4277886">
                  <a:extLst>
                    <a:ext uri="{9D8B030D-6E8A-4147-A177-3AD203B41FA5}">
                      <a16:colId xmlns:a16="http://schemas.microsoft.com/office/drawing/2014/main" val="3878013370"/>
                    </a:ext>
                  </a:extLst>
                </a:gridCol>
              </a:tblGrid>
              <a:tr h="727523">
                <a:tc>
                  <a:txBody>
                    <a:bodyPr/>
                    <a:lstStyle/>
                    <a:p>
                      <a:pPr algn="ctr">
                        <a:lnSpc>
                          <a:spcPct val="150000"/>
                        </a:lnSpc>
                      </a:pPr>
                      <a:r>
                        <a:rPr lang="en-US" sz="2400" dirty="0"/>
                        <a:t>Low Priority</a:t>
                      </a:r>
                    </a:p>
                  </a:txBody>
                  <a:tcPr/>
                </a:tc>
                <a:tc>
                  <a:txBody>
                    <a:bodyPr/>
                    <a:lstStyle/>
                    <a:p>
                      <a:pPr algn="ctr">
                        <a:lnSpc>
                          <a:spcPct val="150000"/>
                        </a:lnSpc>
                      </a:pPr>
                      <a:r>
                        <a:rPr lang="en-US" sz="2400" dirty="0"/>
                        <a:t>Unlikely</a:t>
                      </a:r>
                    </a:p>
                  </a:txBody>
                  <a:tcPr/>
                </a:tc>
                <a:extLst>
                  <a:ext uri="{0D108BD9-81ED-4DB2-BD59-A6C34878D82A}">
                    <a16:rowId xmlns:a16="http://schemas.microsoft.com/office/drawing/2014/main" val="999025506"/>
                  </a:ext>
                </a:extLst>
              </a:tr>
              <a:tr h="1435576">
                <a:tc>
                  <a:txBody>
                    <a:bodyPr/>
                    <a:lstStyle/>
                    <a:p>
                      <a:pPr marR="0" lvl="0" algn="l" rtl="0" eaLnBrk="1" hangingPunct="1">
                        <a:lnSpc>
                          <a:spcPct val="150000"/>
                        </a:lnSpc>
                        <a:spcBef>
                          <a:spcPts val="0"/>
                        </a:spcBef>
                        <a:spcAft>
                          <a:spcPts val="0"/>
                        </a:spcAft>
                        <a:buClr>
                          <a:srgbClr val="000000"/>
                        </a:buClr>
                        <a:buFont typeface="Arial"/>
                      </a:pPr>
                      <a:r>
                        <a:rPr lang="en-US" sz="1400" b="1" i="0" u="none" strike="noStrike" cap="none" spc="0" dirty="0">
                          <a:solidFill>
                            <a:schemeClr val="dk1"/>
                          </a:solidFill>
                          <a:latin typeface="+mn-lt"/>
                          <a:ea typeface="+mn-ea"/>
                          <a:cs typeface="+mn-cs"/>
                          <a:sym typeface="Arial"/>
                        </a:rPr>
                        <a:t>STD-006-CPP: </a:t>
                      </a:r>
                      <a:r>
                        <a:rPr lang="en-US" sz="1400" b="0" i="0" u="none" strike="noStrike" cap="none" spc="0" dirty="0">
                          <a:solidFill>
                            <a:schemeClr val="dk1"/>
                          </a:solidFill>
                          <a:latin typeface="+mn-lt"/>
                          <a:ea typeface="+mn-ea"/>
                          <a:cs typeface="+mn-cs"/>
                          <a:sym typeface="Arial"/>
                        </a:rPr>
                        <a:t>Side Effects in Unsafe Macros/Asserts (Low Severity, Unlikely) </a:t>
                      </a:r>
                    </a:p>
                    <a:p>
                      <a:pPr marR="0" lvl="0" algn="l" rtl="0" eaLnBrk="1" hangingPunct="1">
                        <a:lnSpc>
                          <a:spcPct val="150000"/>
                        </a:lnSpc>
                        <a:spcBef>
                          <a:spcPts val="0"/>
                        </a:spcBef>
                        <a:spcAft>
                          <a:spcPts val="0"/>
                        </a:spcAft>
                        <a:buClr>
                          <a:srgbClr val="000000"/>
                        </a:buClr>
                        <a:buFont typeface="Arial"/>
                      </a:pPr>
                      <a:r>
                        <a:rPr lang="en-US" sz="1400" b="1" i="0" u="none" strike="noStrike" cap="none" spc="0" dirty="0">
                          <a:solidFill>
                            <a:schemeClr val="dk1"/>
                          </a:solidFill>
                          <a:latin typeface="+mn-lt"/>
                          <a:ea typeface="+mn-ea"/>
                          <a:cs typeface="+mn-cs"/>
                          <a:sym typeface="Arial"/>
                        </a:rPr>
                        <a:t>STD-010-CPP: </a:t>
                      </a:r>
                      <a:r>
                        <a:rPr lang="en-US" sz="1400" b="0" i="0" u="none" strike="noStrike" cap="none" spc="0" dirty="0">
                          <a:solidFill>
                            <a:schemeClr val="dk1"/>
                          </a:solidFill>
                          <a:latin typeface="+mn-lt"/>
                          <a:ea typeface="+mn-ea"/>
                          <a:cs typeface="+mn-cs"/>
                          <a:sym typeface="Arial"/>
                        </a:rPr>
                        <a:t>Modifying Read-Only String Literals (Low Severity, High Likelihood)</a:t>
                      </a:r>
                    </a:p>
                  </a:txBody>
                  <a:tcPr/>
                </a:tc>
                <a:tc>
                  <a:txBody>
                    <a:bodyPr/>
                    <a:lstStyle/>
                    <a:p>
                      <a:pPr marL="0" marR="0" lvl="0" indent="0" algn="l" rtl="0" eaLnBrk="1" hangingPunct="1">
                        <a:lnSpc>
                          <a:spcPct val="150000"/>
                        </a:lnSpc>
                        <a:spcBef>
                          <a:spcPts val="0"/>
                        </a:spcBef>
                        <a:spcAft>
                          <a:spcPts val="0"/>
                        </a:spcAft>
                        <a:buClr>
                          <a:srgbClr val="000000"/>
                        </a:buClr>
                        <a:buFont typeface="Arial" panose="020B0604020202020204" pitchFamily="34" charset="0"/>
                        <a:buNone/>
                      </a:pPr>
                      <a:r>
                        <a:rPr lang="en-US" sz="1400" b="1" i="0" u="none" strike="noStrike" cap="none" spc="0" dirty="0">
                          <a:solidFill>
                            <a:schemeClr val="dk1"/>
                          </a:solidFill>
                          <a:latin typeface="+mn-lt"/>
                          <a:ea typeface="+mn-ea"/>
                          <a:cs typeface="+mn-cs"/>
                          <a:sym typeface="Arial"/>
                        </a:rPr>
                        <a:t>STD-001-CPP: </a:t>
                      </a:r>
                      <a:r>
                        <a:rPr lang="en-US" sz="1400" b="0" i="0" u="none" strike="noStrike" cap="none" spc="0" dirty="0">
                          <a:solidFill>
                            <a:schemeClr val="dk1"/>
                          </a:solidFill>
                          <a:latin typeface="+mn-lt"/>
                          <a:ea typeface="+mn-ea"/>
                          <a:cs typeface="+mn-cs"/>
                          <a:sym typeface="Arial"/>
                        </a:rPr>
                        <a:t>Dangling Lifetime</a:t>
                      </a:r>
                    </a:p>
                    <a:p>
                      <a:pPr marL="0" marR="0" lvl="0" indent="0" algn="l" rtl="0" eaLnBrk="1" hangingPunct="1">
                        <a:lnSpc>
                          <a:spcPct val="150000"/>
                        </a:lnSpc>
                        <a:spcBef>
                          <a:spcPts val="0"/>
                        </a:spcBef>
                        <a:spcAft>
                          <a:spcPts val="0"/>
                        </a:spcAft>
                        <a:buClr>
                          <a:srgbClr val="000000"/>
                        </a:buClr>
                        <a:buFont typeface="Arial" panose="020B0604020202020204" pitchFamily="34" charset="0"/>
                        <a:buNone/>
                      </a:pPr>
                      <a:r>
                        <a:rPr lang="en-US" sz="1400" b="1" i="0" u="none" strike="noStrike" cap="none" spc="0" dirty="0">
                          <a:solidFill>
                            <a:schemeClr val="dk1"/>
                          </a:solidFill>
                          <a:latin typeface="+mn-lt"/>
                          <a:ea typeface="+mn-ea"/>
                          <a:cs typeface="+mn-cs"/>
                          <a:sym typeface="Arial"/>
                        </a:rPr>
                        <a:t>STD-003-CPP: </a:t>
                      </a:r>
                      <a:r>
                        <a:rPr lang="en-US" sz="1400" b="0" i="0" u="none" strike="noStrike" cap="none" spc="0" dirty="0">
                          <a:solidFill>
                            <a:schemeClr val="dk1"/>
                          </a:solidFill>
                          <a:latin typeface="+mn-lt"/>
                          <a:ea typeface="+mn-ea"/>
                          <a:cs typeface="+mn-cs"/>
                          <a:sym typeface="Arial"/>
                        </a:rPr>
                        <a:t>Uninitialized Buffer Read</a:t>
                      </a:r>
                    </a:p>
                    <a:p>
                      <a:pPr marL="0" marR="0" lvl="0" indent="0" algn="l" rtl="0" eaLnBrk="1" hangingPunct="1">
                        <a:lnSpc>
                          <a:spcPct val="150000"/>
                        </a:lnSpc>
                        <a:spcBef>
                          <a:spcPts val="0"/>
                        </a:spcBef>
                        <a:spcAft>
                          <a:spcPts val="0"/>
                        </a:spcAft>
                        <a:buClr>
                          <a:srgbClr val="000000"/>
                        </a:buClr>
                        <a:buFont typeface="Arial" panose="020B0604020202020204" pitchFamily="34" charset="0"/>
                        <a:buNone/>
                      </a:pPr>
                      <a:r>
                        <a:rPr lang="en-US" sz="1400" b="1" i="0" u="none" strike="noStrike" cap="none" spc="0" dirty="0">
                          <a:solidFill>
                            <a:schemeClr val="dk1"/>
                          </a:solidFill>
                          <a:latin typeface="+mn-lt"/>
                          <a:ea typeface="+mn-ea"/>
                          <a:cs typeface="+mn-cs"/>
                          <a:sym typeface="Arial"/>
                        </a:rPr>
                        <a:t>STD-006-CPP: </a:t>
                      </a:r>
                      <a:r>
                        <a:rPr lang="en-US" sz="1400" b="0" i="0" u="none" strike="noStrike" cap="none" spc="0" dirty="0">
                          <a:solidFill>
                            <a:schemeClr val="dk1"/>
                          </a:solidFill>
                          <a:latin typeface="+mn-lt"/>
                          <a:ea typeface="+mn-ea"/>
                          <a:cs typeface="+mn-cs"/>
                          <a:sym typeface="Arial"/>
                        </a:rPr>
                        <a:t>Assert Macro Side-Effects</a:t>
                      </a:r>
                    </a:p>
                    <a:p>
                      <a:pPr marL="0" marR="0" lvl="0" indent="0" algn="l" rtl="0" eaLnBrk="1" hangingPunct="1">
                        <a:lnSpc>
                          <a:spcPct val="150000"/>
                        </a:lnSpc>
                        <a:spcBef>
                          <a:spcPts val="0"/>
                        </a:spcBef>
                        <a:spcAft>
                          <a:spcPts val="0"/>
                        </a:spcAft>
                        <a:buClr>
                          <a:srgbClr val="000000"/>
                        </a:buClr>
                        <a:buFont typeface="Arial" panose="020B0604020202020204" pitchFamily="34" charset="0"/>
                        <a:buNone/>
                      </a:pPr>
                      <a:r>
                        <a:rPr lang="en-US" sz="1400" b="1" i="0" u="none" strike="noStrike" cap="none" spc="0" dirty="0">
                          <a:solidFill>
                            <a:schemeClr val="dk1"/>
                          </a:solidFill>
                          <a:latin typeface="+mn-lt"/>
                          <a:ea typeface="+mn-ea"/>
                          <a:cs typeface="+mn-cs"/>
                          <a:sym typeface="Arial"/>
                        </a:rPr>
                        <a:t>STD-009-CPP: </a:t>
                      </a:r>
                      <a:r>
                        <a:rPr lang="en-US" sz="1400" b="0" i="0" u="none" strike="noStrike" cap="none" spc="0" dirty="0">
                          <a:solidFill>
                            <a:schemeClr val="dk1"/>
                          </a:solidFill>
                          <a:latin typeface="+mn-lt"/>
                          <a:ea typeface="+mn-ea"/>
                          <a:cs typeface="+mn-cs"/>
                          <a:sym typeface="Arial"/>
                        </a:rPr>
                        <a:t>System Shell Execution</a:t>
                      </a:r>
                    </a:p>
                  </a:txBody>
                  <a:tcPr/>
                </a:tc>
                <a:extLst>
                  <a:ext uri="{0D108BD9-81ED-4DB2-BD59-A6C34878D82A}">
                    <a16:rowId xmlns:a16="http://schemas.microsoft.com/office/drawing/2014/main" val="2121973503"/>
                  </a:ext>
                </a:extLst>
              </a:tr>
            </a:tbl>
          </a:graphicData>
        </a:graphic>
      </p:graphicFrame>
      <p:sp>
        <p:nvSpPr>
          <p:cNvPr id="13" name="Rectangle 12">
            <a:extLst>
              <a:ext uri="{FF2B5EF4-FFF2-40B4-BE49-F238E27FC236}">
                <a16:creationId xmlns:a16="http://schemas.microsoft.com/office/drawing/2014/main" id="{5893800D-B1AC-F3EE-B512-4472DC702037}"/>
              </a:ext>
            </a:extLst>
          </p:cNvPr>
          <p:cNvSpPr/>
          <p:nvPr/>
        </p:nvSpPr>
        <p:spPr>
          <a:xfrm>
            <a:off x="9029951" y="293156"/>
            <a:ext cx="2923563" cy="617646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Barlow Semi Condensed" panose="00000506000000000000" pitchFamily="2" charset="0"/>
            </a:endParaRPr>
          </a:p>
        </p:txBody>
      </p:sp>
      <p:sp>
        <p:nvSpPr>
          <p:cNvPr id="12" name="TextBox 11">
            <a:extLst>
              <a:ext uri="{FF2B5EF4-FFF2-40B4-BE49-F238E27FC236}">
                <a16:creationId xmlns:a16="http://schemas.microsoft.com/office/drawing/2014/main" id="{66260A7C-3972-9D40-770D-6A76FED112E9}"/>
              </a:ext>
            </a:extLst>
          </p:cNvPr>
          <p:cNvSpPr txBox="1"/>
          <p:nvPr/>
        </p:nvSpPr>
        <p:spPr>
          <a:xfrm>
            <a:off x="9091454" y="494318"/>
            <a:ext cx="2800555" cy="5541261"/>
          </a:xfrm>
          <a:prstGeom prst="rect">
            <a:avLst/>
          </a:prstGeom>
          <a:noFill/>
        </p:spPr>
        <p:txBody>
          <a:bodyPr wrap="square">
            <a:spAutoFit/>
          </a:bodyPr>
          <a:lstStyle/>
          <a:p>
            <a:pPr>
              <a:lnSpc>
                <a:spcPct val="150000"/>
              </a:lnSpc>
            </a:pPr>
            <a:r>
              <a:rPr lang="en-US" b="1" dirty="0">
                <a:latin typeface="Barlow Semi Condensed" panose="00000506000000000000" pitchFamily="2" charset="0"/>
              </a:rPr>
              <a:t>Level 1 Threat: </a:t>
            </a:r>
            <a:r>
              <a:rPr lang="en-US" dirty="0">
                <a:latin typeface="Barlow Semi Condensed" panose="00000506000000000000" pitchFamily="2" charset="0"/>
              </a:rPr>
              <a:t>Standards STD-003,004,005,007, 008, and 009 present immediate risks of arbitrary code execution, buffer overflows, and database injection. </a:t>
            </a:r>
          </a:p>
          <a:p>
            <a:pPr>
              <a:lnSpc>
                <a:spcPct val="150000"/>
              </a:lnSpc>
            </a:pPr>
            <a:endParaRPr lang="en-US" dirty="0">
              <a:latin typeface="Barlow Semi Condensed" panose="00000506000000000000" pitchFamily="2" charset="0"/>
            </a:endParaRPr>
          </a:p>
          <a:p>
            <a:pPr>
              <a:lnSpc>
                <a:spcPct val="150000"/>
              </a:lnSpc>
            </a:pPr>
            <a:r>
              <a:rPr lang="en-US" b="1" dirty="0">
                <a:latin typeface="Barlow Semi Condensed" panose="00000506000000000000" pitchFamily="2" charset="0"/>
              </a:rPr>
              <a:t>Automation: </a:t>
            </a:r>
            <a:r>
              <a:rPr lang="en-US" dirty="0">
                <a:latin typeface="Barlow Semi Condensed" panose="00000506000000000000" pitchFamily="2" charset="0"/>
              </a:rPr>
              <a:t>High-priority Level 1 risks trigger automated CI/CD build failures via </a:t>
            </a:r>
            <a:r>
              <a:rPr lang="en-US" b="1" dirty="0">
                <a:latin typeface="Barlow Semi Condensed" panose="00000506000000000000" pitchFamily="2" charset="0"/>
              </a:rPr>
              <a:t>SAST</a:t>
            </a:r>
            <a:r>
              <a:rPr lang="en-US" dirty="0">
                <a:latin typeface="Barlow Semi Condensed" panose="00000506000000000000" pitchFamily="2" charset="0"/>
              </a:rPr>
              <a:t> tools (</a:t>
            </a:r>
            <a:r>
              <a:rPr lang="en-US" dirty="0" err="1">
                <a:latin typeface="Barlow Semi Condensed" panose="00000506000000000000" pitchFamily="2" charset="0"/>
              </a:rPr>
              <a:t>Cppcheck</a:t>
            </a:r>
            <a:r>
              <a:rPr lang="en-US" dirty="0">
                <a:latin typeface="Barlow Semi Condensed" panose="00000506000000000000" pitchFamily="2" charset="0"/>
              </a:rPr>
              <a:t>, </a:t>
            </a:r>
            <a:r>
              <a:rPr lang="en-US" dirty="0" err="1">
                <a:latin typeface="Barlow Semi Condensed" panose="00000506000000000000" pitchFamily="2" charset="0"/>
              </a:rPr>
              <a:t>Polyspace</a:t>
            </a:r>
            <a:r>
              <a:rPr lang="en-US" dirty="0">
                <a:latin typeface="Barlow Semi Condensed" panose="00000506000000000000" pitchFamily="2" charset="0"/>
              </a:rPr>
              <a:t>, Coverity) prior to code merge/compile.</a:t>
            </a:r>
          </a:p>
          <a:p>
            <a:pPr>
              <a:lnSpc>
                <a:spcPct val="150000"/>
              </a:lnSpc>
            </a:pPr>
            <a:endParaRPr lang="en-US" dirty="0">
              <a:latin typeface="Barlow Semi Condensed" panose="00000506000000000000" pitchFamily="2" charset="0"/>
            </a:endParaRPr>
          </a:p>
          <a:p>
            <a:pPr>
              <a:lnSpc>
                <a:spcPct val="150000"/>
              </a:lnSpc>
            </a:pPr>
            <a:r>
              <a:rPr lang="en-US" b="1" dirty="0">
                <a:latin typeface="Barlow Semi Condensed" panose="00000506000000000000" pitchFamily="2" charset="0"/>
              </a:rPr>
              <a:t>Risk Prioritization Model: </a:t>
            </a:r>
            <a:r>
              <a:rPr lang="en-US" dirty="0">
                <a:latin typeface="Barlow Semi Condensed" panose="00000506000000000000" pitchFamily="2" charset="0"/>
              </a:rPr>
              <a:t>Risks are prioritized based on severity, likelihood, and remediation cost to focus development effort on high-impact vulnerabilities first. </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5"/>
          <p:cNvSpPr txBox="1">
            <a:spLocks noGrp="1"/>
          </p:cNvSpPr>
          <p:nvPr>
            <p:ph type="body" idx="1"/>
          </p:nvPr>
        </p:nvSpPr>
        <p:spPr>
          <a:xfrm>
            <a:off x="685799" y="1272785"/>
            <a:ext cx="11240730" cy="5241085"/>
          </a:xfrm>
        </p:spPr>
        <p:txBody>
          <a:bodyPr spcFirstLastPara="1" wrap="square" lIns="91425" tIns="45700" rIns="91425" bIns="45700" anchor="t" anchorCtr="0">
            <a:normAutofit fontScale="92500" lnSpcReduction="20000"/>
          </a:bodyPr>
          <a:lstStyle/>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Validate Input Data: STD-002-CPP (Integer Wrap), STD-004-CPP (SQL Injection), STD-008-CPP (Null Pointer Dereference).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Heed Compiler Warnings: Enforces zero-warning compilation across all build tools to eliminate latent defects.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Architect &amp; Design for Security Policies: Subsystem privilege controls and secure lifecycle design.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Keep It Simple: STD-005-CPP (Memory Lifecycle), STD-010-CPP (String Literal Protection).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Default Deny: STD-007-CPP (Handle Standard Library Errors).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Adhere to Least Privilege: STD-009-CPP (Do Not Call system()).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Sanitize Data Sent to Other Systems: STD-004-CPP (SQL Injection / Prepared Statements).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Practice Defense in Depth: STD-003-CPP (Bounded String Operations).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Use Effective Quality Assurance Techniques: STD-006-CPP (Safe Assertion / Macro Usage). </a:t>
            </a:r>
          </a:p>
          <a:p>
            <a:pPr marL="342900" lvl="0" indent="-342900">
              <a:lnSpc>
                <a:spcPct val="150000"/>
              </a:lnSpc>
              <a:spcAft>
                <a:spcPts val="600"/>
              </a:spcAft>
              <a:buClrTx/>
              <a:buSzPct val="100000"/>
              <a:buFont typeface="+mj-lt"/>
              <a:buAutoNum type="arabicPeriod"/>
            </a:pPr>
            <a:r>
              <a:rPr lang="en-US" b="0" i="0" u="none" strike="noStrike" cap="none" spc="0" dirty="0">
                <a:solidFill>
                  <a:schemeClr val="bg2">
                    <a:lumMod val="50000"/>
                  </a:schemeClr>
                </a:solidFill>
                <a:latin typeface="Barlow Semi Condensed" panose="00000506000000000000" pitchFamily="2" charset="0"/>
              </a:rPr>
              <a:t>Adopt a Secure Coding Standard: Implements CERT C/C++ standards across the SDLC.</a:t>
            </a:r>
          </a:p>
        </p:txBody>
      </p:sp>
      <p:sp>
        <p:nvSpPr>
          <p:cNvPr id="167" name="Google Shape;167;p5"/>
          <p:cNvSpPr txBox="1">
            <a:spLocks noGrp="1"/>
          </p:cNvSpPr>
          <p:nvPr>
            <p:ph type="title"/>
          </p:nvPr>
        </p:nvSpPr>
        <p:spPr>
          <a:xfrm>
            <a:off x="685799" y="344130"/>
            <a:ext cx="2870200" cy="858520"/>
          </a:xfrm>
        </p:spPr>
        <p:txBody>
          <a:bodyPr spcFirstLastPara="1" wrap="square" lIns="91425" tIns="45700" rIns="91425" bIns="45700" anchor="b" anchorCtr="0">
            <a:normAutofit/>
          </a:bodyPr>
          <a:lstStyle/>
          <a:p>
            <a:pPr marL="0" lvl="0" indent="0" rtl="0">
              <a:spcBef>
                <a:spcPts val="0"/>
              </a:spcBef>
              <a:spcAft>
                <a:spcPts val="0"/>
              </a:spcAft>
              <a:buClr>
                <a:schemeClr val="lt1"/>
              </a:buClr>
              <a:buSzPts val="4000"/>
              <a:buFont typeface="Century Gothic"/>
              <a:buNone/>
            </a:pPr>
            <a:r>
              <a:rPr lang="en-US" b="1" dirty="0">
                <a:latin typeface="Barlow Semi Condensed" panose="00000506000000000000" pitchFamily="2" charset="0"/>
              </a:rPr>
              <a:t>10 PRINCIPLES</a:t>
            </a:r>
          </a:p>
        </p:txBody>
      </p:sp>
      <p:pic>
        <p:nvPicPr>
          <p:cNvPr id="169" name="Google Shape;169;p5" descr="Green Pace logo"/>
          <p:cNvPicPr preferRelativeResize="0"/>
          <p:nvPr/>
        </p:nvPicPr>
        <p:blipFill>
          <a:blip r:embed="rId4"/>
          <a:srcRect l="5654" r="6181" b="-3"/>
          <a:stretch>
            <a:fillRect/>
          </a:stretch>
        </p:blipFill>
        <p:spPr>
          <a:xfrm>
            <a:off x="9063847" y="2584859"/>
            <a:ext cx="2675869" cy="3929011"/>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2D7F58F5-5428-8B08-950B-0DD6B9968498}"/>
              </a:ext>
            </a:extLst>
          </p:cNvPr>
          <p:cNvSpPr/>
          <p:nvPr/>
        </p:nvSpPr>
        <p:spPr>
          <a:xfrm>
            <a:off x="7160694" y="2603500"/>
            <a:ext cx="4523306" cy="1651000"/>
          </a:xfrm>
          <a:prstGeom prst="round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Barlow Semi Condensed" panose="00000506000000000000" pitchFamily="2" charset="0"/>
            </a:endParaRPr>
          </a:p>
        </p:txBody>
      </p:sp>
      <p:sp>
        <p:nvSpPr>
          <p:cNvPr id="174" name="Google Shape;174;p6"/>
          <p:cNvSpPr txBox="1">
            <a:spLocks noGrp="1"/>
          </p:cNvSpPr>
          <p:nvPr>
            <p:ph type="title"/>
          </p:nvPr>
        </p:nvSpPr>
        <p:spPr>
          <a:xfrm>
            <a:off x="766915" y="626721"/>
            <a:ext cx="8610600" cy="6416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Century Gothic"/>
              <a:buNone/>
            </a:pPr>
            <a:r>
              <a:rPr lang="en-US" b="1" dirty="0">
                <a:latin typeface="Barlow Semi Condensed" panose="00000506000000000000" pitchFamily="2" charset="0"/>
              </a:rPr>
              <a:t>CODING STANDARDS: ORDER OF PRIORITY</a:t>
            </a:r>
            <a:endParaRPr b="1" dirty="0">
              <a:latin typeface="Barlow Semi Condensed" panose="00000506000000000000" pitchFamily="2" charset="0"/>
            </a:endParaRPr>
          </a:p>
        </p:txBody>
      </p:sp>
      <p:pic>
        <p:nvPicPr>
          <p:cNvPr id="176" name="Google Shape;176;p6"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A5CD06F7-97ED-3197-F0C6-084C55CF47B4}"/>
              </a:ext>
            </a:extLst>
          </p:cNvPr>
          <p:cNvSpPr txBox="1"/>
          <p:nvPr/>
        </p:nvSpPr>
        <p:spPr>
          <a:xfrm>
            <a:off x="766915" y="1290952"/>
            <a:ext cx="6912079" cy="4940327"/>
          </a:xfrm>
          <a:prstGeom prst="rect">
            <a:avLst/>
          </a:prstGeom>
          <a:noFill/>
        </p:spPr>
        <p:txBody>
          <a:bodyPr wrap="square" rtlCol="0">
            <a:spAutoFit/>
          </a:bodyPr>
          <a:lstStyle/>
          <a:p>
            <a:pPr lvl="0">
              <a:lnSpc>
                <a:spcPct val="200000"/>
              </a:lnSpc>
            </a:pPr>
            <a:r>
              <a:rPr lang="en-US" sz="1600" b="1" dirty="0">
                <a:solidFill>
                  <a:schemeClr val="accent3">
                    <a:lumMod val="10000"/>
                  </a:schemeClr>
                </a:solidFill>
                <a:latin typeface="Barlow Semi Condensed" panose="00000506000000000000" pitchFamily="2" charset="0"/>
              </a:rPr>
              <a:t>STD-004-CPP</a:t>
            </a:r>
            <a:r>
              <a:rPr lang="en-US" sz="1600" dirty="0">
                <a:solidFill>
                  <a:schemeClr val="accent3">
                    <a:lumMod val="10000"/>
                  </a:schemeClr>
                </a:solidFill>
                <a:latin typeface="Barlow Semi Condensed" panose="00000506000000000000" pitchFamily="2" charset="0"/>
              </a:rPr>
              <a:t>: Exclude user input from format strings / SQL injection. </a:t>
            </a:r>
          </a:p>
          <a:p>
            <a:pPr lvl="0">
              <a:lnSpc>
                <a:spcPct val="200000"/>
              </a:lnSpc>
            </a:pPr>
            <a:r>
              <a:rPr lang="en-US" sz="1600" b="1" dirty="0">
                <a:solidFill>
                  <a:schemeClr val="accent3">
                    <a:lumMod val="10000"/>
                  </a:schemeClr>
                </a:solidFill>
                <a:latin typeface="Barlow Semi Condensed" panose="00000506000000000000" pitchFamily="2" charset="0"/>
              </a:rPr>
              <a:t>STD-005-CPP</a:t>
            </a:r>
            <a:r>
              <a:rPr lang="en-US" sz="1600" dirty="0">
                <a:solidFill>
                  <a:schemeClr val="accent3">
                    <a:lumMod val="10000"/>
                  </a:schemeClr>
                </a:solidFill>
                <a:latin typeface="Barlow Semi Condensed" panose="00000506000000000000" pitchFamily="2" charset="0"/>
              </a:rPr>
              <a:t>: Do not access freed memory (Use After Freed). </a:t>
            </a:r>
          </a:p>
          <a:p>
            <a:pPr lvl="0">
              <a:lnSpc>
                <a:spcPct val="200000"/>
              </a:lnSpc>
            </a:pPr>
            <a:r>
              <a:rPr lang="en-US" sz="1600" b="1" dirty="0">
                <a:solidFill>
                  <a:schemeClr val="accent3">
                    <a:lumMod val="10000"/>
                  </a:schemeClr>
                </a:solidFill>
                <a:latin typeface="Barlow Semi Condensed" panose="00000506000000000000" pitchFamily="2" charset="0"/>
              </a:rPr>
              <a:t>STD-008-CPP</a:t>
            </a:r>
            <a:r>
              <a:rPr lang="en-US" sz="1600" dirty="0">
                <a:solidFill>
                  <a:schemeClr val="accent3">
                    <a:lumMod val="10000"/>
                  </a:schemeClr>
                </a:solidFill>
                <a:latin typeface="Barlow Semi Condensed" panose="00000506000000000000" pitchFamily="2" charset="0"/>
              </a:rPr>
              <a:t>: Do not dereference null pointers. </a:t>
            </a:r>
          </a:p>
          <a:p>
            <a:pPr lvl="0">
              <a:lnSpc>
                <a:spcPct val="200000"/>
              </a:lnSpc>
            </a:pPr>
            <a:r>
              <a:rPr lang="en-US" sz="1600" b="1" dirty="0">
                <a:solidFill>
                  <a:schemeClr val="accent3">
                    <a:lumMod val="10000"/>
                  </a:schemeClr>
                </a:solidFill>
                <a:latin typeface="Barlow Semi Condensed" panose="00000506000000000000" pitchFamily="2" charset="0"/>
              </a:rPr>
              <a:t>STD-007-CPP</a:t>
            </a:r>
            <a:r>
              <a:rPr lang="en-US" sz="1600" dirty="0">
                <a:solidFill>
                  <a:schemeClr val="accent3">
                    <a:lumMod val="10000"/>
                  </a:schemeClr>
                </a:solidFill>
                <a:latin typeface="Barlow Semi Condensed" panose="00000506000000000000" pitchFamily="2" charset="0"/>
              </a:rPr>
              <a:t>: Detect and handle standard library errors. </a:t>
            </a:r>
          </a:p>
          <a:p>
            <a:pPr lvl="0">
              <a:lnSpc>
                <a:spcPct val="200000"/>
              </a:lnSpc>
            </a:pPr>
            <a:r>
              <a:rPr lang="en-US" sz="1600" b="1" dirty="0">
                <a:solidFill>
                  <a:schemeClr val="accent3">
                    <a:lumMod val="10000"/>
                  </a:schemeClr>
                </a:solidFill>
                <a:latin typeface="Barlow Semi Condensed" panose="00000506000000000000" pitchFamily="2" charset="0"/>
              </a:rPr>
              <a:t>STD-003-CPP</a:t>
            </a:r>
            <a:r>
              <a:rPr lang="en-US" sz="1600" dirty="0">
                <a:solidFill>
                  <a:schemeClr val="accent3">
                    <a:lumMod val="10000"/>
                  </a:schemeClr>
                </a:solidFill>
                <a:latin typeface="Barlow Semi Condensed" panose="00000506000000000000" pitchFamily="2" charset="0"/>
              </a:rPr>
              <a:t>: Do not read uninitialized memory (Buffer bounds). </a:t>
            </a:r>
          </a:p>
          <a:p>
            <a:pPr lvl="0">
              <a:lnSpc>
                <a:spcPct val="200000"/>
              </a:lnSpc>
            </a:pPr>
            <a:r>
              <a:rPr lang="en-US" sz="1600" b="1" dirty="0">
                <a:solidFill>
                  <a:schemeClr val="accent3">
                    <a:lumMod val="10000"/>
                  </a:schemeClr>
                </a:solidFill>
                <a:latin typeface="Barlow Semi Condensed" panose="00000506000000000000" pitchFamily="2" charset="0"/>
              </a:rPr>
              <a:t>STD-009-CPP</a:t>
            </a:r>
            <a:r>
              <a:rPr lang="en-US" sz="1600" dirty="0">
                <a:solidFill>
                  <a:schemeClr val="accent3">
                    <a:lumMod val="10000"/>
                  </a:schemeClr>
                </a:solidFill>
                <a:latin typeface="Barlow Semi Condensed" panose="00000506000000000000" pitchFamily="2" charset="0"/>
              </a:rPr>
              <a:t>: Do not call system() (Command injection). </a:t>
            </a:r>
          </a:p>
          <a:p>
            <a:pPr lvl="0">
              <a:lnSpc>
                <a:spcPct val="200000"/>
              </a:lnSpc>
            </a:pPr>
            <a:r>
              <a:rPr lang="en-US" sz="1600" b="1" dirty="0">
                <a:solidFill>
                  <a:schemeClr val="accent3">
                    <a:lumMod val="10000"/>
                  </a:schemeClr>
                </a:solidFill>
                <a:latin typeface="Barlow Semi Condensed" panose="00000506000000000000" pitchFamily="2" charset="0"/>
              </a:rPr>
              <a:t>STD-002-CPP</a:t>
            </a:r>
            <a:r>
              <a:rPr lang="en-US" sz="1600" dirty="0">
                <a:solidFill>
                  <a:schemeClr val="accent3">
                    <a:lumMod val="10000"/>
                  </a:schemeClr>
                </a:solidFill>
                <a:latin typeface="Barlow Semi Condensed" panose="00000506000000000000" pitchFamily="2" charset="0"/>
              </a:rPr>
              <a:t>: Ensure unsigned integer operations do not wrap. </a:t>
            </a:r>
          </a:p>
          <a:p>
            <a:pPr lvl="0">
              <a:lnSpc>
                <a:spcPct val="200000"/>
              </a:lnSpc>
            </a:pPr>
            <a:r>
              <a:rPr lang="en-US" sz="1600" b="1" dirty="0">
                <a:solidFill>
                  <a:schemeClr val="accent3">
                    <a:lumMod val="10000"/>
                  </a:schemeClr>
                </a:solidFill>
                <a:latin typeface="Barlow Semi Condensed" panose="00000506000000000000" pitchFamily="2" charset="0"/>
              </a:rPr>
              <a:t>STD-001-CPP</a:t>
            </a:r>
            <a:r>
              <a:rPr lang="en-US" sz="1600" dirty="0">
                <a:solidFill>
                  <a:schemeClr val="accent3">
                    <a:lumMod val="10000"/>
                  </a:schemeClr>
                </a:solidFill>
                <a:latin typeface="Barlow Semi Condensed" panose="00000506000000000000" pitchFamily="2" charset="0"/>
              </a:rPr>
              <a:t>: Declare objects with appropriate storage durations. </a:t>
            </a:r>
          </a:p>
          <a:p>
            <a:pPr lvl="0">
              <a:lnSpc>
                <a:spcPct val="200000"/>
              </a:lnSpc>
            </a:pPr>
            <a:r>
              <a:rPr lang="en-US" sz="1600" b="1" dirty="0">
                <a:solidFill>
                  <a:schemeClr val="accent3">
                    <a:lumMod val="10000"/>
                  </a:schemeClr>
                </a:solidFill>
                <a:latin typeface="Barlow Semi Condensed" panose="00000506000000000000" pitchFamily="2" charset="0"/>
              </a:rPr>
              <a:t>STD-010-CPP</a:t>
            </a:r>
            <a:r>
              <a:rPr lang="en-US" sz="1600" dirty="0">
                <a:solidFill>
                  <a:schemeClr val="accent3">
                    <a:lumMod val="10000"/>
                  </a:schemeClr>
                </a:solidFill>
                <a:latin typeface="Barlow Semi Condensed" panose="00000506000000000000" pitchFamily="2" charset="0"/>
              </a:rPr>
              <a:t>: Do not attempt to modify string literals. </a:t>
            </a:r>
          </a:p>
          <a:p>
            <a:pPr lvl="0">
              <a:lnSpc>
                <a:spcPct val="200000"/>
              </a:lnSpc>
            </a:pPr>
            <a:r>
              <a:rPr lang="en-US" sz="1600" b="1" dirty="0">
                <a:solidFill>
                  <a:schemeClr val="accent3">
                    <a:lumMod val="10000"/>
                  </a:schemeClr>
                </a:solidFill>
                <a:latin typeface="Barlow Semi Condensed" panose="00000506000000000000" pitchFamily="2" charset="0"/>
              </a:rPr>
              <a:t>STD-006-CPP</a:t>
            </a:r>
            <a:r>
              <a:rPr lang="en-US" sz="1600" dirty="0">
                <a:solidFill>
                  <a:schemeClr val="accent3">
                    <a:lumMod val="10000"/>
                  </a:schemeClr>
                </a:solidFill>
                <a:latin typeface="Barlow Semi Condensed" panose="00000506000000000000" pitchFamily="2" charset="0"/>
              </a:rPr>
              <a:t>: Avoid side effects in arguments to unsafe macros. </a:t>
            </a:r>
          </a:p>
        </p:txBody>
      </p:sp>
      <p:pic>
        <p:nvPicPr>
          <p:cNvPr id="9" name="Picture 8">
            <a:extLst>
              <a:ext uri="{FF2B5EF4-FFF2-40B4-BE49-F238E27FC236}">
                <a16:creationId xmlns:a16="http://schemas.microsoft.com/office/drawing/2014/main" id="{B8CC4862-231C-67D0-B527-B792BDE20F17}"/>
              </a:ext>
            </a:extLst>
          </p:cNvPr>
          <p:cNvPicPr>
            <a:picLocks/>
          </p:cNvPicPr>
          <p:nvPr>
            <p:custDataLst>
              <p:tags r:id="rId2"/>
            </p:custDataLst>
          </p:nvPr>
        </p:nvPicPr>
        <p:blipFill>
          <a:blip r:embed="rId6"/>
          <a:stretch>
            <a:fillRect/>
          </a:stretch>
        </p:blipFill>
        <p:spPr>
          <a:xfrm>
            <a:off x="7362233" y="3108180"/>
            <a:ext cx="4108163" cy="641640"/>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sp>
        <p:nvSpPr>
          <p:cNvPr id="2195" name="Google Shape;2195;p40"/>
          <p:cNvSpPr txBox="1">
            <a:spLocks noGrp="1"/>
          </p:cNvSpPr>
          <p:nvPr>
            <p:ph type="title"/>
          </p:nvPr>
        </p:nvSpPr>
        <p:spPr>
          <a:xfrm>
            <a:off x="2292096" y="451104"/>
            <a:ext cx="7437200" cy="792400"/>
          </a:xfrm>
          <a:prstGeom prst="rect">
            <a:avLst/>
          </a:prstGeom>
        </p:spPr>
        <p:txBody>
          <a:bodyPr spcFirstLastPara="1" wrap="square" lIns="121900" tIns="121900" rIns="121900" bIns="121900" anchor="t" anchorCtr="0">
            <a:noAutofit/>
          </a:bodyPr>
          <a:lstStyle/>
          <a:p>
            <a:r>
              <a:rPr lang="en-US" b="1" dirty="0">
                <a:latin typeface="Barlow Semi Condensed" panose="00000506000000000000" pitchFamily="2" charset="0"/>
              </a:rPr>
              <a:t>ENCRYPTION POLICIES</a:t>
            </a:r>
            <a:endParaRPr b="1" dirty="0">
              <a:latin typeface="Barlow Semi Condensed" panose="00000506000000000000" pitchFamily="2" charset="0"/>
            </a:endParaRPr>
          </a:p>
        </p:txBody>
      </p:sp>
      <p:sp>
        <p:nvSpPr>
          <p:cNvPr id="2196" name="Google Shape;2196;p40"/>
          <p:cNvSpPr txBox="1">
            <a:spLocks noGrp="1"/>
          </p:cNvSpPr>
          <p:nvPr>
            <p:ph type="subTitle" idx="1"/>
          </p:nvPr>
        </p:nvSpPr>
        <p:spPr>
          <a:xfrm>
            <a:off x="4919472" y="2185268"/>
            <a:ext cx="2353200" cy="438800"/>
          </a:xfrm>
          <a:prstGeom prst="rect">
            <a:avLst/>
          </a:prstGeom>
        </p:spPr>
        <p:txBody>
          <a:bodyPr spcFirstLastPara="1" wrap="square" lIns="121900" tIns="121900" rIns="121900" bIns="121900" anchor="t" anchorCtr="0">
            <a:noAutofit/>
          </a:bodyPr>
          <a:lstStyle/>
          <a:p>
            <a:r>
              <a:rPr lang="en" dirty="0">
                <a:solidFill>
                  <a:schemeClr val="accent1"/>
                </a:solidFill>
                <a:latin typeface="Barlow Semi Condensed" panose="00000506000000000000" pitchFamily="2" charset="0"/>
              </a:rPr>
              <a:t>In Flight</a:t>
            </a:r>
            <a:endParaRPr dirty="0">
              <a:latin typeface="Barlow Semi Condensed" panose="00000506000000000000" pitchFamily="2" charset="0"/>
            </a:endParaRPr>
          </a:p>
        </p:txBody>
      </p:sp>
      <p:sp>
        <p:nvSpPr>
          <p:cNvPr id="2197" name="Google Shape;2197;p40"/>
          <p:cNvSpPr txBox="1">
            <a:spLocks noGrp="1"/>
          </p:cNvSpPr>
          <p:nvPr>
            <p:ph type="subTitle" idx="2"/>
          </p:nvPr>
        </p:nvSpPr>
        <p:spPr>
          <a:xfrm>
            <a:off x="1338515" y="2220406"/>
            <a:ext cx="2353200" cy="438800"/>
          </a:xfrm>
          <a:prstGeom prst="rect">
            <a:avLst/>
          </a:prstGeom>
        </p:spPr>
        <p:txBody>
          <a:bodyPr spcFirstLastPara="1" wrap="square" lIns="121900" tIns="121900" rIns="121900" bIns="121900" anchor="t" anchorCtr="0">
            <a:noAutofit/>
          </a:bodyPr>
          <a:lstStyle/>
          <a:p>
            <a:r>
              <a:rPr lang="en" dirty="0">
                <a:solidFill>
                  <a:schemeClr val="accent1"/>
                </a:solidFill>
                <a:latin typeface="Barlow Semi Condensed" panose="00000506000000000000" pitchFamily="2" charset="0"/>
              </a:rPr>
              <a:t>At Rest</a:t>
            </a:r>
            <a:endParaRPr dirty="0">
              <a:latin typeface="Barlow Semi Condensed" panose="00000506000000000000" pitchFamily="2" charset="0"/>
            </a:endParaRPr>
          </a:p>
        </p:txBody>
      </p:sp>
      <p:sp>
        <p:nvSpPr>
          <p:cNvPr id="2198" name="Google Shape;2198;p40"/>
          <p:cNvSpPr txBox="1">
            <a:spLocks noGrp="1"/>
          </p:cNvSpPr>
          <p:nvPr>
            <p:ph type="subTitle" idx="3"/>
          </p:nvPr>
        </p:nvSpPr>
        <p:spPr>
          <a:xfrm>
            <a:off x="8498350" y="2217411"/>
            <a:ext cx="2353200" cy="438800"/>
          </a:xfrm>
          <a:prstGeom prst="rect">
            <a:avLst/>
          </a:prstGeom>
        </p:spPr>
        <p:txBody>
          <a:bodyPr spcFirstLastPara="1" wrap="square" lIns="121900" tIns="121900" rIns="121900" bIns="121900" anchor="t" anchorCtr="0">
            <a:noAutofit/>
          </a:bodyPr>
          <a:lstStyle/>
          <a:p>
            <a:r>
              <a:rPr lang="en" dirty="0">
                <a:latin typeface="Barlow Semi Condensed" panose="00000506000000000000" pitchFamily="2" charset="0"/>
              </a:rPr>
              <a:t>In Use</a:t>
            </a:r>
            <a:endParaRPr dirty="0">
              <a:latin typeface="Barlow Semi Condensed" panose="00000506000000000000" pitchFamily="2" charset="0"/>
            </a:endParaRPr>
          </a:p>
        </p:txBody>
      </p:sp>
      <p:sp>
        <p:nvSpPr>
          <p:cNvPr id="2199" name="Google Shape;2199;p40"/>
          <p:cNvSpPr txBox="1">
            <a:spLocks noGrp="1"/>
          </p:cNvSpPr>
          <p:nvPr>
            <p:ph type="subTitle" idx="4"/>
          </p:nvPr>
        </p:nvSpPr>
        <p:spPr>
          <a:xfrm>
            <a:off x="4486579" y="2846082"/>
            <a:ext cx="3167941" cy="3230251"/>
          </a:xfrm>
          <a:prstGeom prst="rect">
            <a:avLst/>
          </a:prstGeom>
        </p:spPr>
        <p:txBody>
          <a:bodyPr spcFirstLastPara="1" wrap="square" lIns="121900" tIns="121900" rIns="121900" bIns="121900" anchor="t" anchorCtr="0">
            <a:noAutofit/>
          </a:bodyPr>
          <a:lstStyle/>
          <a:p>
            <a:pPr algn="just"/>
            <a:r>
              <a:rPr lang="en-US" sz="1800" dirty="0">
                <a:latin typeface="Barlow Semi Condensed" panose="00000506000000000000" pitchFamily="2" charset="0"/>
              </a:rPr>
              <a:t>It’s the protection of data that moves across a network between devices, clients, and servers. All network traffic transmitting data between client applications, APIs, and servers must be encrypted using TLS 1.2 or higher. This policy applies whenever data travels trusted or untrusted networks to prevent MitM attacks.</a:t>
            </a:r>
            <a:endParaRPr sz="1800" dirty="0">
              <a:latin typeface="Barlow Semi Condensed" panose="00000506000000000000" pitchFamily="2" charset="0"/>
              <a:sym typeface="Barlow Semi Condensed"/>
            </a:endParaRPr>
          </a:p>
        </p:txBody>
      </p:sp>
      <p:sp>
        <p:nvSpPr>
          <p:cNvPr id="2200" name="Google Shape;2200;p40"/>
          <p:cNvSpPr txBox="1">
            <a:spLocks noGrp="1"/>
          </p:cNvSpPr>
          <p:nvPr>
            <p:ph type="subTitle" idx="5"/>
          </p:nvPr>
        </p:nvSpPr>
        <p:spPr>
          <a:xfrm>
            <a:off x="1008777" y="2846081"/>
            <a:ext cx="3167941" cy="3230253"/>
          </a:xfrm>
          <a:prstGeom prst="rect">
            <a:avLst/>
          </a:prstGeom>
        </p:spPr>
        <p:txBody>
          <a:bodyPr spcFirstLastPara="1" wrap="square" lIns="121900" tIns="121900" rIns="121900" bIns="121900" anchor="t" anchorCtr="0">
            <a:noAutofit/>
          </a:bodyPr>
          <a:lstStyle/>
          <a:p>
            <a:pPr algn="just"/>
            <a:r>
              <a:rPr lang="en-US" sz="1800" dirty="0">
                <a:solidFill>
                  <a:schemeClr val="dk2"/>
                </a:solidFill>
                <a:latin typeface="Barlow Semi Condensed" panose="00000506000000000000" pitchFamily="2" charset="0"/>
                <a:sym typeface="Barlow Semi Condensed"/>
              </a:rPr>
              <a:t>It is the protection of inactive data stored on physical or virtual media. All sensitive data stored in databases or file systems must be encrypted using AES-256 or a higher standard. This policy applies to prevent data breaches in the event of physical hardware theft or unauthorized network server access.</a:t>
            </a:r>
            <a:endParaRPr sz="1800" dirty="0">
              <a:latin typeface="Barlow Semi Condensed" panose="00000506000000000000" pitchFamily="2" charset="0"/>
              <a:sym typeface="Barlow Semi Condensed"/>
            </a:endParaRPr>
          </a:p>
        </p:txBody>
      </p:sp>
      <p:sp>
        <p:nvSpPr>
          <p:cNvPr id="2201" name="Google Shape;2201;p40"/>
          <p:cNvSpPr txBox="1">
            <a:spLocks noGrp="1"/>
          </p:cNvSpPr>
          <p:nvPr>
            <p:ph type="subTitle" idx="6"/>
          </p:nvPr>
        </p:nvSpPr>
        <p:spPr>
          <a:xfrm>
            <a:off x="8015284" y="2846081"/>
            <a:ext cx="3502210" cy="3230252"/>
          </a:xfrm>
          <a:prstGeom prst="rect">
            <a:avLst/>
          </a:prstGeom>
        </p:spPr>
        <p:txBody>
          <a:bodyPr spcFirstLastPara="1" wrap="square" lIns="121900" tIns="121900" rIns="121900" bIns="121900" anchor="t" anchorCtr="0">
            <a:noAutofit/>
          </a:bodyPr>
          <a:lstStyle/>
          <a:p>
            <a:pPr algn="just"/>
            <a:r>
              <a:rPr lang="en-US" sz="1800" dirty="0"/>
              <a:t>It is the protection of data while it is being actively processed or accessed in system memory RAM or CPU caches. Applications handling highly sensitive cryptographic keys, authentication tokens, or financial data must use confidential computing environments. Memory must be cleared or zeroed out immediately after use to prevent memory scraping.</a:t>
            </a:r>
            <a:endParaRPr sz="1800" dirty="0">
              <a:latin typeface="Barlow Semi Condensed" panose="00000506000000000000" pitchFamily="2" charset="0"/>
              <a:sym typeface="Barlow Semi Condensed"/>
            </a:endParaRPr>
          </a:p>
        </p:txBody>
      </p:sp>
      <p:grpSp>
        <p:nvGrpSpPr>
          <p:cNvPr id="2212" name="Google Shape;2212;p40"/>
          <p:cNvGrpSpPr/>
          <p:nvPr/>
        </p:nvGrpSpPr>
        <p:grpSpPr>
          <a:xfrm>
            <a:off x="2233839" y="1624256"/>
            <a:ext cx="562552" cy="561012"/>
            <a:chOff x="-2571737" y="2403625"/>
            <a:chExt cx="292225" cy="291425"/>
          </a:xfrm>
        </p:grpSpPr>
        <p:sp>
          <p:nvSpPr>
            <p:cNvPr id="2213" name="Google Shape;2213;p40"/>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5"/>
            </a:solidFill>
            <a:ln>
              <a:noFill/>
            </a:ln>
          </p:spPr>
          <p:txBody>
            <a:bodyPr spcFirstLastPara="1" wrap="square" lIns="121900" tIns="121900" rIns="121900" bIns="121900" anchor="ctr" anchorCtr="0">
              <a:noAutofit/>
            </a:bodyPr>
            <a:lstStyle/>
            <a:p>
              <a:endParaRPr sz="1867">
                <a:solidFill>
                  <a:srgbClr val="494949"/>
                </a:solidFill>
                <a:latin typeface="Barlow Semi Condensed" panose="00000506000000000000" pitchFamily="2" charset="0"/>
              </a:endParaRPr>
            </a:p>
          </p:txBody>
        </p:sp>
        <p:sp>
          <p:nvSpPr>
            <p:cNvPr id="2214" name="Google Shape;2214;p40"/>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5"/>
            </a:solidFill>
            <a:ln>
              <a:noFill/>
            </a:ln>
          </p:spPr>
          <p:txBody>
            <a:bodyPr spcFirstLastPara="1" wrap="square" lIns="121900" tIns="121900" rIns="121900" bIns="121900" anchor="ctr" anchorCtr="0">
              <a:noAutofit/>
            </a:bodyPr>
            <a:lstStyle/>
            <a:p>
              <a:endParaRPr sz="1867">
                <a:solidFill>
                  <a:srgbClr val="494949"/>
                </a:solidFill>
                <a:latin typeface="Barlow Semi Condensed" panose="00000506000000000000" pitchFamily="2" charset="0"/>
              </a:endParaRPr>
            </a:p>
          </p:txBody>
        </p:sp>
        <p:sp>
          <p:nvSpPr>
            <p:cNvPr id="2215" name="Google Shape;2215;p40"/>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5"/>
            </a:solidFill>
            <a:ln>
              <a:noFill/>
            </a:ln>
          </p:spPr>
          <p:txBody>
            <a:bodyPr spcFirstLastPara="1" wrap="square" lIns="121900" tIns="121900" rIns="121900" bIns="121900" anchor="ctr" anchorCtr="0">
              <a:noAutofit/>
            </a:bodyPr>
            <a:lstStyle/>
            <a:p>
              <a:endParaRPr sz="1867">
                <a:solidFill>
                  <a:srgbClr val="494949"/>
                </a:solidFill>
                <a:latin typeface="Barlow Semi Condensed" panose="00000506000000000000" pitchFamily="2" charset="0"/>
              </a:endParaRPr>
            </a:p>
          </p:txBody>
        </p:sp>
        <p:sp>
          <p:nvSpPr>
            <p:cNvPr id="2216" name="Google Shape;2216;p40"/>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5"/>
            </a:solidFill>
            <a:ln>
              <a:noFill/>
            </a:ln>
          </p:spPr>
          <p:txBody>
            <a:bodyPr spcFirstLastPara="1" wrap="square" lIns="121900" tIns="121900" rIns="121900" bIns="121900" anchor="ctr" anchorCtr="0">
              <a:noAutofit/>
            </a:bodyPr>
            <a:lstStyle/>
            <a:p>
              <a:endParaRPr sz="1867">
                <a:solidFill>
                  <a:srgbClr val="494949"/>
                </a:solidFill>
                <a:latin typeface="Barlow Semi Condensed" panose="00000506000000000000" pitchFamily="2" charset="0"/>
              </a:endParaRPr>
            </a:p>
          </p:txBody>
        </p:sp>
        <p:sp>
          <p:nvSpPr>
            <p:cNvPr id="2217" name="Google Shape;2217;p40"/>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5"/>
            </a:solidFill>
            <a:ln>
              <a:noFill/>
            </a:ln>
          </p:spPr>
          <p:txBody>
            <a:bodyPr spcFirstLastPara="1" wrap="square" lIns="121900" tIns="121900" rIns="121900" bIns="121900" anchor="ctr" anchorCtr="0">
              <a:noAutofit/>
            </a:bodyPr>
            <a:lstStyle/>
            <a:p>
              <a:endParaRPr sz="1867">
                <a:solidFill>
                  <a:srgbClr val="494949"/>
                </a:solidFill>
                <a:latin typeface="Barlow Semi Condensed" panose="00000506000000000000" pitchFamily="2" charset="0"/>
              </a:endParaRPr>
            </a:p>
          </p:txBody>
        </p:sp>
        <p:sp>
          <p:nvSpPr>
            <p:cNvPr id="2218" name="Google Shape;2218;p40"/>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5"/>
            </a:solidFill>
            <a:ln>
              <a:noFill/>
            </a:ln>
          </p:spPr>
          <p:txBody>
            <a:bodyPr spcFirstLastPara="1" wrap="square" lIns="121900" tIns="121900" rIns="121900" bIns="121900" anchor="ctr" anchorCtr="0">
              <a:noAutofit/>
            </a:bodyPr>
            <a:lstStyle/>
            <a:p>
              <a:endParaRPr sz="1867">
                <a:solidFill>
                  <a:srgbClr val="494949"/>
                </a:solidFill>
                <a:latin typeface="Barlow Semi Condensed" panose="00000506000000000000" pitchFamily="2" charset="0"/>
              </a:endParaRPr>
            </a:p>
          </p:txBody>
        </p:sp>
        <p:sp>
          <p:nvSpPr>
            <p:cNvPr id="2219" name="Google Shape;2219;p40"/>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5"/>
            </a:solidFill>
            <a:ln>
              <a:noFill/>
            </a:ln>
          </p:spPr>
          <p:txBody>
            <a:bodyPr spcFirstLastPara="1" wrap="square" lIns="121900" tIns="121900" rIns="121900" bIns="121900" anchor="ctr" anchorCtr="0">
              <a:noAutofit/>
            </a:bodyPr>
            <a:lstStyle/>
            <a:p>
              <a:endParaRPr sz="1867">
                <a:solidFill>
                  <a:srgbClr val="494949"/>
                </a:solidFill>
                <a:latin typeface="Barlow Semi Condensed" panose="00000506000000000000" pitchFamily="2" charset="0"/>
              </a:endParaRPr>
            </a:p>
          </p:txBody>
        </p:sp>
      </p:grpSp>
      <p:grpSp>
        <p:nvGrpSpPr>
          <p:cNvPr id="2" name="Google Shape;14709;p80">
            <a:extLst>
              <a:ext uri="{FF2B5EF4-FFF2-40B4-BE49-F238E27FC236}">
                <a16:creationId xmlns:a16="http://schemas.microsoft.com/office/drawing/2014/main" id="{2FD2525D-6E5A-9D50-86EF-37A1B83A5E53}"/>
              </a:ext>
            </a:extLst>
          </p:cNvPr>
          <p:cNvGrpSpPr/>
          <p:nvPr/>
        </p:nvGrpSpPr>
        <p:grpSpPr>
          <a:xfrm>
            <a:off x="9393198" y="1656399"/>
            <a:ext cx="564963" cy="496725"/>
            <a:chOff x="-45664625" y="2352225"/>
            <a:chExt cx="300125" cy="263875"/>
          </a:xfrm>
          <a:solidFill>
            <a:srgbClr val="0F4A36"/>
          </a:solidFill>
        </p:grpSpPr>
        <p:sp>
          <p:nvSpPr>
            <p:cNvPr id="3" name="Google Shape;14710;p80">
              <a:extLst>
                <a:ext uri="{FF2B5EF4-FFF2-40B4-BE49-F238E27FC236}">
                  <a16:creationId xmlns:a16="http://schemas.microsoft.com/office/drawing/2014/main" id="{381E8CB8-DAF3-B28A-BA8E-A0918C9E2405}"/>
                </a:ext>
              </a:extLst>
            </p:cNvPr>
            <p:cNvSpPr/>
            <p:nvPr/>
          </p:nvSpPr>
          <p:spPr>
            <a:xfrm>
              <a:off x="-45664625" y="2352225"/>
              <a:ext cx="300125" cy="263875"/>
            </a:xfrm>
            <a:custGeom>
              <a:avLst/>
              <a:gdLst/>
              <a:ahLst/>
              <a:cxnLst/>
              <a:rect l="l" t="t" r="r" b="b"/>
              <a:pathLst>
                <a:path w="12005" h="10555" extrusionOk="0">
                  <a:moveTo>
                    <a:pt x="10965" y="694"/>
                  </a:moveTo>
                  <a:cubicBezTo>
                    <a:pt x="11154" y="694"/>
                    <a:pt x="11311" y="851"/>
                    <a:pt x="11311" y="1072"/>
                  </a:cubicBezTo>
                  <a:lnTo>
                    <a:pt x="11311" y="2836"/>
                  </a:lnTo>
                  <a:lnTo>
                    <a:pt x="726" y="2836"/>
                  </a:lnTo>
                  <a:lnTo>
                    <a:pt x="726" y="1072"/>
                  </a:lnTo>
                  <a:cubicBezTo>
                    <a:pt x="694" y="851"/>
                    <a:pt x="852" y="694"/>
                    <a:pt x="1072" y="694"/>
                  </a:cubicBezTo>
                  <a:close/>
                  <a:moveTo>
                    <a:pt x="11311" y="3498"/>
                  </a:moveTo>
                  <a:lnTo>
                    <a:pt x="11311" y="9484"/>
                  </a:lnTo>
                  <a:cubicBezTo>
                    <a:pt x="11311" y="9673"/>
                    <a:pt x="11154" y="9830"/>
                    <a:pt x="10933" y="9830"/>
                  </a:cubicBezTo>
                  <a:lnTo>
                    <a:pt x="1072" y="9830"/>
                  </a:lnTo>
                  <a:cubicBezTo>
                    <a:pt x="852" y="9830"/>
                    <a:pt x="694" y="9673"/>
                    <a:pt x="694" y="9484"/>
                  </a:cubicBezTo>
                  <a:lnTo>
                    <a:pt x="694" y="3498"/>
                  </a:lnTo>
                  <a:close/>
                  <a:moveTo>
                    <a:pt x="1072" y="1"/>
                  </a:moveTo>
                  <a:cubicBezTo>
                    <a:pt x="473" y="1"/>
                    <a:pt x="1" y="473"/>
                    <a:pt x="1" y="1040"/>
                  </a:cubicBezTo>
                  <a:lnTo>
                    <a:pt x="1" y="9484"/>
                  </a:lnTo>
                  <a:cubicBezTo>
                    <a:pt x="1" y="10082"/>
                    <a:pt x="473" y="10555"/>
                    <a:pt x="1072" y="10555"/>
                  </a:cubicBezTo>
                  <a:lnTo>
                    <a:pt x="10933" y="10555"/>
                  </a:lnTo>
                  <a:cubicBezTo>
                    <a:pt x="11532" y="10555"/>
                    <a:pt x="12004" y="10082"/>
                    <a:pt x="12004" y="9484"/>
                  </a:cubicBezTo>
                  <a:lnTo>
                    <a:pt x="12004" y="1040"/>
                  </a:lnTo>
                  <a:cubicBezTo>
                    <a:pt x="11973" y="473"/>
                    <a:pt x="11500" y="1"/>
                    <a:pt x="109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4" name="Google Shape;14711;p80">
              <a:extLst>
                <a:ext uri="{FF2B5EF4-FFF2-40B4-BE49-F238E27FC236}">
                  <a16:creationId xmlns:a16="http://schemas.microsoft.com/office/drawing/2014/main" id="{EC4B1889-5244-3431-D014-02531BB566C1}"/>
                </a:ext>
              </a:extLst>
            </p:cNvPr>
            <p:cNvSpPr/>
            <p:nvPr/>
          </p:nvSpPr>
          <p:spPr>
            <a:xfrm>
              <a:off x="-45612625" y="2475100"/>
              <a:ext cx="55150" cy="88225"/>
            </a:xfrm>
            <a:custGeom>
              <a:avLst/>
              <a:gdLst/>
              <a:ahLst/>
              <a:cxnLst/>
              <a:rect l="l" t="t" r="r" b="b"/>
              <a:pathLst>
                <a:path w="2206" h="3529" extrusionOk="0">
                  <a:moveTo>
                    <a:pt x="1808" y="0"/>
                  </a:moveTo>
                  <a:cubicBezTo>
                    <a:pt x="1717" y="0"/>
                    <a:pt x="1623" y="32"/>
                    <a:pt x="1544" y="95"/>
                  </a:cubicBezTo>
                  <a:lnTo>
                    <a:pt x="126" y="1513"/>
                  </a:lnTo>
                  <a:cubicBezTo>
                    <a:pt x="0" y="1607"/>
                    <a:pt x="0" y="1859"/>
                    <a:pt x="126" y="2017"/>
                  </a:cubicBezTo>
                  <a:lnTo>
                    <a:pt x="1544" y="3434"/>
                  </a:lnTo>
                  <a:cubicBezTo>
                    <a:pt x="1607" y="3497"/>
                    <a:pt x="1694" y="3529"/>
                    <a:pt x="1784" y="3529"/>
                  </a:cubicBezTo>
                  <a:cubicBezTo>
                    <a:pt x="1875" y="3529"/>
                    <a:pt x="1969" y="3497"/>
                    <a:pt x="2048" y="3434"/>
                  </a:cubicBezTo>
                  <a:cubicBezTo>
                    <a:pt x="2174" y="3308"/>
                    <a:pt x="2174" y="3088"/>
                    <a:pt x="2048" y="2930"/>
                  </a:cubicBezTo>
                  <a:lnTo>
                    <a:pt x="914" y="1765"/>
                  </a:lnTo>
                  <a:lnTo>
                    <a:pt x="2048" y="631"/>
                  </a:lnTo>
                  <a:cubicBezTo>
                    <a:pt x="2206" y="473"/>
                    <a:pt x="2206" y="252"/>
                    <a:pt x="2048" y="95"/>
                  </a:cubicBezTo>
                  <a:cubicBezTo>
                    <a:pt x="1985" y="32"/>
                    <a:pt x="1898" y="0"/>
                    <a:pt x="18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5" name="Google Shape;14712;p80">
              <a:extLst>
                <a:ext uri="{FF2B5EF4-FFF2-40B4-BE49-F238E27FC236}">
                  <a16:creationId xmlns:a16="http://schemas.microsoft.com/office/drawing/2014/main" id="{F422E714-ED52-5960-DA69-FD5C84505498}"/>
                </a:ext>
              </a:extLst>
            </p:cNvPr>
            <p:cNvSpPr/>
            <p:nvPr/>
          </p:nvSpPr>
          <p:spPr>
            <a:xfrm>
              <a:off x="-45471650" y="2475100"/>
              <a:ext cx="54375" cy="86850"/>
            </a:xfrm>
            <a:custGeom>
              <a:avLst/>
              <a:gdLst/>
              <a:ahLst/>
              <a:cxnLst/>
              <a:rect l="l" t="t" r="r" b="b"/>
              <a:pathLst>
                <a:path w="2175" h="3474" extrusionOk="0">
                  <a:moveTo>
                    <a:pt x="391" y="0"/>
                  </a:moveTo>
                  <a:cubicBezTo>
                    <a:pt x="300" y="0"/>
                    <a:pt x="205" y="32"/>
                    <a:pt x="127" y="95"/>
                  </a:cubicBezTo>
                  <a:cubicBezTo>
                    <a:pt x="1" y="189"/>
                    <a:pt x="1" y="441"/>
                    <a:pt x="127" y="599"/>
                  </a:cubicBezTo>
                  <a:lnTo>
                    <a:pt x="1261" y="1733"/>
                  </a:lnTo>
                  <a:lnTo>
                    <a:pt x="127" y="2867"/>
                  </a:lnTo>
                  <a:cubicBezTo>
                    <a:pt x="1" y="2993"/>
                    <a:pt x="1" y="3245"/>
                    <a:pt x="127" y="3403"/>
                  </a:cubicBezTo>
                  <a:cubicBezTo>
                    <a:pt x="174" y="3450"/>
                    <a:pt x="261" y="3474"/>
                    <a:pt x="355" y="3474"/>
                  </a:cubicBezTo>
                  <a:cubicBezTo>
                    <a:pt x="450" y="3474"/>
                    <a:pt x="552" y="3450"/>
                    <a:pt x="631" y="3403"/>
                  </a:cubicBezTo>
                  <a:lnTo>
                    <a:pt x="2048" y="1985"/>
                  </a:lnTo>
                  <a:cubicBezTo>
                    <a:pt x="2174" y="1859"/>
                    <a:pt x="2174" y="1607"/>
                    <a:pt x="2048" y="1450"/>
                  </a:cubicBezTo>
                  <a:lnTo>
                    <a:pt x="631" y="95"/>
                  </a:lnTo>
                  <a:cubicBezTo>
                    <a:pt x="568" y="32"/>
                    <a:pt x="481" y="0"/>
                    <a:pt x="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6" name="Google Shape;14713;p80">
              <a:extLst>
                <a:ext uri="{FF2B5EF4-FFF2-40B4-BE49-F238E27FC236}">
                  <a16:creationId xmlns:a16="http://schemas.microsoft.com/office/drawing/2014/main" id="{A25FDD50-AB0D-DAA0-0E88-48E451EF8BEF}"/>
                </a:ext>
              </a:extLst>
            </p:cNvPr>
            <p:cNvSpPr/>
            <p:nvPr/>
          </p:nvSpPr>
          <p:spPr>
            <a:xfrm>
              <a:off x="-45542525" y="2456975"/>
              <a:ext cx="55150" cy="123300"/>
            </a:xfrm>
            <a:custGeom>
              <a:avLst/>
              <a:gdLst/>
              <a:ahLst/>
              <a:cxnLst/>
              <a:rect l="l" t="t" r="r" b="b"/>
              <a:pathLst>
                <a:path w="2206" h="4932" extrusionOk="0">
                  <a:moveTo>
                    <a:pt x="1791" y="0"/>
                  </a:moveTo>
                  <a:cubicBezTo>
                    <a:pt x="1651" y="0"/>
                    <a:pt x="1529" y="108"/>
                    <a:pt x="1481" y="253"/>
                  </a:cubicBezTo>
                  <a:lnTo>
                    <a:pt x="63" y="4474"/>
                  </a:lnTo>
                  <a:cubicBezTo>
                    <a:pt x="0" y="4664"/>
                    <a:pt x="126" y="4853"/>
                    <a:pt x="315" y="4916"/>
                  </a:cubicBezTo>
                  <a:cubicBezTo>
                    <a:pt x="349" y="4927"/>
                    <a:pt x="382" y="4932"/>
                    <a:pt x="415" y="4932"/>
                  </a:cubicBezTo>
                  <a:cubicBezTo>
                    <a:pt x="567" y="4932"/>
                    <a:pt x="704" y="4819"/>
                    <a:pt x="756" y="4664"/>
                  </a:cubicBezTo>
                  <a:lnTo>
                    <a:pt x="2174" y="442"/>
                  </a:lnTo>
                  <a:cubicBezTo>
                    <a:pt x="2206" y="284"/>
                    <a:pt x="2111" y="95"/>
                    <a:pt x="1922" y="32"/>
                  </a:cubicBezTo>
                  <a:cubicBezTo>
                    <a:pt x="1878" y="10"/>
                    <a:pt x="1834" y="0"/>
                    <a:pt x="1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arlow Semi Condensed" panose="00000506000000000000" pitchFamily="2" charset="0"/>
              </a:endParaRPr>
            </a:p>
          </p:txBody>
        </p:sp>
        <p:sp>
          <p:nvSpPr>
            <p:cNvPr id="7" name="Google Shape;14714;p80">
              <a:extLst>
                <a:ext uri="{FF2B5EF4-FFF2-40B4-BE49-F238E27FC236}">
                  <a16:creationId xmlns:a16="http://schemas.microsoft.com/office/drawing/2014/main" id="{F58D2231-DA9E-B65B-5A4D-DFCE6EC3D25C}"/>
                </a:ext>
              </a:extLst>
            </p:cNvPr>
            <p:cNvSpPr/>
            <p:nvPr/>
          </p:nvSpPr>
          <p:spPr>
            <a:xfrm>
              <a:off x="-45541750" y="2386100"/>
              <a:ext cx="35475" cy="18125"/>
            </a:xfrm>
            <a:custGeom>
              <a:avLst/>
              <a:gdLst/>
              <a:ahLst/>
              <a:cxnLst/>
              <a:rect l="l" t="t" r="r" b="b"/>
              <a:pathLst>
                <a:path w="1419" h="725" extrusionOk="0">
                  <a:moveTo>
                    <a:pt x="347" y="0"/>
                  </a:moveTo>
                  <a:cubicBezTo>
                    <a:pt x="158" y="0"/>
                    <a:pt x="1" y="189"/>
                    <a:pt x="1" y="378"/>
                  </a:cubicBezTo>
                  <a:cubicBezTo>
                    <a:pt x="32" y="567"/>
                    <a:pt x="221" y="725"/>
                    <a:pt x="347" y="725"/>
                  </a:cubicBezTo>
                  <a:lnTo>
                    <a:pt x="1072" y="725"/>
                  </a:lnTo>
                  <a:cubicBezTo>
                    <a:pt x="1261" y="725"/>
                    <a:pt x="1418" y="567"/>
                    <a:pt x="1418" y="378"/>
                  </a:cubicBezTo>
                  <a:cubicBezTo>
                    <a:pt x="1418" y="189"/>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8" name="Google Shape;14715;p80">
              <a:extLst>
                <a:ext uri="{FF2B5EF4-FFF2-40B4-BE49-F238E27FC236}">
                  <a16:creationId xmlns:a16="http://schemas.microsoft.com/office/drawing/2014/main" id="{96ADA7B9-DD0D-44CF-F5A5-C0266B7F8754}"/>
                </a:ext>
              </a:extLst>
            </p:cNvPr>
            <p:cNvSpPr/>
            <p:nvPr/>
          </p:nvSpPr>
          <p:spPr>
            <a:xfrm>
              <a:off x="-45488175" y="2386100"/>
              <a:ext cx="35450" cy="18125"/>
            </a:xfrm>
            <a:custGeom>
              <a:avLst/>
              <a:gdLst/>
              <a:ahLst/>
              <a:cxnLst/>
              <a:rect l="l" t="t" r="r" b="b"/>
              <a:pathLst>
                <a:path w="1418" h="725" extrusionOk="0">
                  <a:moveTo>
                    <a:pt x="347" y="0"/>
                  </a:moveTo>
                  <a:cubicBezTo>
                    <a:pt x="158" y="0"/>
                    <a:pt x="0" y="189"/>
                    <a:pt x="0" y="378"/>
                  </a:cubicBezTo>
                  <a:cubicBezTo>
                    <a:pt x="0" y="567"/>
                    <a:pt x="158" y="725"/>
                    <a:pt x="347" y="725"/>
                  </a:cubicBezTo>
                  <a:lnTo>
                    <a:pt x="1040" y="725"/>
                  </a:lnTo>
                  <a:cubicBezTo>
                    <a:pt x="1260" y="725"/>
                    <a:pt x="1418" y="567"/>
                    <a:pt x="1418" y="378"/>
                  </a:cubicBezTo>
                  <a:cubicBezTo>
                    <a:pt x="1418" y="189"/>
                    <a:pt x="1260"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9" name="Google Shape;14716;p80">
              <a:extLst>
                <a:ext uri="{FF2B5EF4-FFF2-40B4-BE49-F238E27FC236}">
                  <a16:creationId xmlns:a16="http://schemas.microsoft.com/office/drawing/2014/main" id="{45FE5126-CBC6-B129-D125-084E60BE62E4}"/>
                </a:ext>
              </a:extLst>
            </p:cNvPr>
            <p:cNvSpPr/>
            <p:nvPr/>
          </p:nvSpPr>
          <p:spPr>
            <a:xfrm>
              <a:off x="-45436200" y="2386100"/>
              <a:ext cx="35450" cy="18125"/>
            </a:xfrm>
            <a:custGeom>
              <a:avLst/>
              <a:gdLst/>
              <a:ahLst/>
              <a:cxnLst/>
              <a:rect l="l" t="t" r="r" b="b"/>
              <a:pathLst>
                <a:path w="1418" h="725" extrusionOk="0">
                  <a:moveTo>
                    <a:pt x="347" y="0"/>
                  </a:moveTo>
                  <a:cubicBezTo>
                    <a:pt x="158" y="0"/>
                    <a:pt x="0" y="189"/>
                    <a:pt x="0" y="378"/>
                  </a:cubicBezTo>
                  <a:cubicBezTo>
                    <a:pt x="32" y="567"/>
                    <a:pt x="189" y="725"/>
                    <a:pt x="347" y="725"/>
                  </a:cubicBezTo>
                  <a:lnTo>
                    <a:pt x="1072" y="725"/>
                  </a:lnTo>
                  <a:cubicBezTo>
                    <a:pt x="1261" y="725"/>
                    <a:pt x="1418" y="567"/>
                    <a:pt x="1418" y="378"/>
                  </a:cubicBezTo>
                  <a:cubicBezTo>
                    <a:pt x="1418" y="189"/>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grpSp>
      <p:grpSp>
        <p:nvGrpSpPr>
          <p:cNvPr id="10" name="Google Shape;14717;p80">
            <a:extLst>
              <a:ext uri="{FF2B5EF4-FFF2-40B4-BE49-F238E27FC236}">
                <a16:creationId xmlns:a16="http://schemas.microsoft.com/office/drawing/2014/main" id="{5FCEBC0C-44DE-A816-6183-3EF2F5EC702E}"/>
              </a:ext>
            </a:extLst>
          </p:cNvPr>
          <p:cNvGrpSpPr/>
          <p:nvPr/>
        </p:nvGrpSpPr>
        <p:grpSpPr>
          <a:xfrm>
            <a:off x="5838945" y="1624256"/>
            <a:ext cx="564616" cy="561012"/>
            <a:chOff x="-45665400" y="2703250"/>
            <a:chExt cx="301500" cy="299575"/>
          </a:xfrm>
        </p:grpSpPr>
        <p:sp>
          <p:nvSpPr>
            <p:cNvPr id="11" name="Google Shape;14718;p80">
              <a:extLst>
                <a:ext uri="{FF2B5EF4-FFF2-40B4-BE49-F238E27FC236}">
                  <a16:creationId xmlns:a16="http://schemas.microsoft.com/office/drawing/2014/main" id="{042625FB-5302-78C0-3A21-1769A93ADB92}"/>
                </a:ext>
              </a:extLst>
            </p:cNvPr>
            <p:cNvSpPr/>
            <p:nvPr/>
          </p:nvSpPr>
          <p:spPr>
            <a:xfrm>
              <a:off x="-45664625" y="2703250"/>
              <a:ext cx="300725" cy="299575"/>
            </a:xfrm>
            <a:custGeom>
              <a:avLst/>
              <a:gdLst/>
              <a:ahLst/>
              <a:cxnLst/>
              <a:rect l="l" t="t" r="r" b="b"/>
              <a:pathLst>
                <a:path w="12029" h="11983" extrusionOk="0">
                  <a:moveTo>
                    <a:pt x="9799" y="1271"/>
                  </a:moveTo>
                  <a:lnTo>
                    <a:pt x="4947" y="4926"/>
                  </a:lnTo>
                  <a:lnTo>
                    <a:pt x="1482" y="3823"/>
                  </a:lnTo>
                  <a:lnTo>
                    <a:pt x="9799" y="1271"/>
                  </a:lnTo>
                  <a:close/>
                  <a:moveTo>
                    <a:pt x="9830" y="2153"/>
                  </a:moveTo>
                  <a:lnTo>
                    <a:pt x="6459" y="6627"/>
                  </a:lnTo>
                  <a:lnTo>
                    <a:pt x="4727" y="7257"/>
                  </a:lnTo>
                  <a:lnTo>
                    <a:pt x="5357" y="5524"/>
                  </a:lnTo>
                  <a:lnTo>
                    <a:pt x="9830" y="2153"/>
                  </a:lnTo>
                  <a:close/>
                  <a:moveTo>
                    <a:pt x="10681" y="2153"/>
                  </a:moveTo>
                  <a:lnTo>
                    <a:pt x="8098" y="10439"/>
                  </a:lnTo>
                  <a:lnTo>
                    <a:pt x="6995" y="6973"/>
                  </a:lnTo>
                  <a:lnTo>
                    <a:pt x="10681" y="2153"/>
                  </a:lnTo>
                  <a:close/>
                  <a:moveTo>
                    <a:pt x="11627" y="0"/>
                  </a:moveTo>
                  <a:cubicBezTo>
                    <a:pt x="11596" y="0"/>
                    <a:pt x="11564" y="4"/>
                    <a:pt x="11532" y="11"/>
                  </a:cubicBezTo>
                  <a:lnTo>
                    <a:pt x="221" y="3508"/>
                  </a:lnTo>
                  <a:cubicBezTo>
                    <a:pt x="64" y="3571"/>
                    <a:pt x="1" y="3728"/>
                    <a:pt x="1" y="3886"/>
                  </a:cubicBezTo>
                  <a:cubicBezTo>
                    <a:pt x="1" y="4043"/>
                    <a:pt x="127" y="4138"/>
                    <a:pt x="221" y="4232"/>
                  </a:cubicBezTo>
                  <a:lnTo>
                    <a:pt x="4569" y="5619"/>
                  </a:lnTo>
                  <a:lnTo>
                    <a:pt x="3750" y="7824"/>
                  </a:lnTo>
                  <a:cubicBezTo>
                    <a:pt x="3687" y="7919"/>
                    <a:pt x="3750" y="8076"/>
                    <a:pt x="3813" y="8171"/>
                  </a:cubicBezTo>
                  <a:cubicBezTo>
                    <a:pt x="3880" y="8215"/>
                    <a:pt x="3978" y="8260"/>
                    <a:pt x="4063" y="8260"/>
                  </a:cubicBezTo>
                  <a:cubicBezTo>
                    <a:pt x="4099" y="8260"/>
                    <a:pt x="4132" y="8252"/>
                    <a:pt x="4160" y="8234"/>
                  </a:cubicBezTo>
                  <a:lnTo>
                    <a:pt x="6365" y="7414"/>
                  </a:lnTo>
                  <a:lnTo>
                    <a:pt x="7751" y="11762"/>
                  </a:lnTo>
                  <a:cubicBezTo>
                    <a:pt x="7783" y="11920"/>
                    <a:pt x="7940" y="11983"/>
                    <a:pt x="8098" y="11983"/>
                  </a:cubicBezTo>
                  <a:cubicBezTo>
                    <a:pt x="8255" y="11983"/>
                    <a:pt x="8381" y="11857"/>
                    <a:pt x="8476" y="11762"/>
                  </a:cubicBezTo>
                  <a:lnTo>
                    <a:pt x="11973" y="483"/>
                  </a:lnTo>
                  <a:cubicBezTo>
                    <a:pt x="12029" y="205"/>
                    <a:pt x="11862" y="0"/>
                    <a:pt x="11627" y="0"/>
                  </a:cubicBezTo>
                  <a:close/>
                </a:path>
              </a:pathLst>
            </a:custGeom>
            <a:solidFill>
              <a:srgbClr val="0F4A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12" name="Google Shape;14719;p80">
              <a:extLst>
                <a:ext uri="{FF2B5EF4-FFF2-40B4-BE49-F238E27FC236}">
                  <a16:creationId xmlns:a16="http://schemas.microsoft.com/office/drawing/2014/main" id="{D270B57E-5644-75EF-BE5B-2BCE69AD1C8F}"/>
                </a:ext>
              </a:extLst>
            </p:cNvPr>
            <p:cNvSpPr/>
            <p:nvPr/>
          </p:nvSpPr>
          <p:spPr>
            <a:xfrm>
              <a:off x="-45663825" y="2879150"/>
              <a:ext cx="71700" cy="71500"/>
            </a:xfrm>
            <a:custGeom>
              <a:avLst/>
              <a:gdLst/>
              <a:ahLst/>
              <a:cxnLst/>
              <a:rect l="l" t="t" r="r" b="b"/>
              <a:pathLst>
                <a:path w="2868" h="2860" extrusionOk="0">
                  <a:moveTo>
                    <a:pt x="2517" y="0"/>
                  </a:moveTo>
                  <a:cubicBezTo>
                    <a:pt x="2418" y="0"/>
                    <a:pt x="2316" y="32"/>
                    <a:pt x="2237" y="95"/>
                  </a:cubicBezTo>
                  <a:lnTo>
                    <a:pt x="126" y="2237"/>
                  </a:lnTo>
                  <a:cubicBezTo>
                    <a:pt x="0" y="2363"/>
                    <a:pt x="0" y="2584"/>
                    <a:pt x="126" y="2741"/>
                  </a:cubicBezTo>
                  <a:cubicBezTo>
                    <a:pt x="205" y="2820"/>
                    <a:pt x="300" y="2859"/>
                    <a:pt x="390" y="2859"/>
                  </a:cubicBezTo>
                  <a:cubicBezTo>
                    <a:pt x="481" y="2859"/>
                    <a:pt x="568" y="2820"/>
                    <a:pt x="631" y="2741"/>
                  </a:cubicBezTo>
                  <a:lnTo>
                    <a:pt x="2773" y="630"/>
                  </a:lnTo>
                  <a:cubicBezTo>
                    <a:pt x="2867" y="504"/>
                    <a:pt x="2867" y="252"/>
                    <a:pt x="2773" y="95"/>
                  </a:cubicBezTo>
                  <a:cubicBezTo>
                    <a:pt x="2710" y="32"/>
                    <a:pt x="2615" y="0"/>
                    <a:pt x="25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13" name="Google Shape;14720;p80">
              <a:extLst>
                <a:ext uri="{FF2B5EF4-FFF2-40B4-BE49-F238E27FC236}">
                  <a16:creationId xmlns:a16="http://schemas.microsoft.com/office/drawing/2014/main" id="{7D6098D4-ACAE-B2D6-8D79-B28B158E719D}"/>
                </a:ext>
              </a:extLst>
            </p:cNvPr>
            <p:cNvSpPr/>
            <p:nvPr/>
          </p:nvSpPr>
          <p:spPr>
            <a:xfrm>
              <a:off x="-45613425" y="2929750"/>
              <a:ext cx="71700" cy="71500"/>
            </a:xfrm>
            <a:custGeom>
              <a:avLst/>
              <a:gdLst/>
              <a:ahLst/>
              <a:cxnLst/>
              <a:rect l="l" t="t" r="r" b="b"/>
              <a:pathLst>
                <a:path w="2868" h="2860" extrusionOk="0">
                  <a:moveTo>
                    <a:pt x="2478" y="1"/>
                  </a:moveTo>
                  <a:cubicBezTo>
                    <a:pt x="2387" y="1"/>
                    <a:pt x="2301" y="40"/>
                    <a:pt x="2238" y="119"/>
                  </a:cubicBezTo>
                  <a:lnTo>
                    <a:pt x="127" y="2261"/>
                  </a:lnTo>
                  <a:cubicBezTo>
                    <a:pt x="1" y="2387"/>
                    <a:pt x="1" y="2608"/>
                    <a:pt x="127" y="2765"/>
                  </a:cubicBezTo>
                  <a:cubicBezTo>
                    <a:pt x="190" y="2828"/>
                    <a:pt x="276" y="2860"/>
                    <a:pt x="367" y="2860"/>
                  </a:cubicBezTo>
                  <a:cubicBezTo>
                    <a:pt x="458" y="2860"/>
                    <a:pt x="552" y="2828"/>
                    <a:pt x="631" y="2765"/>
                  </a:cubicBezTo>
                  <a:lnTo>
                    <a:pt x="2742" y="654"/>
                  </a:lnTo>
                  <a:cubicBezTo>
                    <a:pt x="2868" y="528"/>
                    <a:pt x="2868" y="276"/>
                    <a:pt x="2742" y="119"/>
                  </a:cubicBezTo>
                  <a:cubicBezTo>
                    <a:pt x="2663" y="40"/>
                    <a:pt x="2568" y="1"/>
                    <a:pt x="24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14" name="Google Shape;14721;p80">
              <a:extLst>
                <a:ext uri="{FF2B5EF4-FFF2-40B4-BE49-F238E27FC236}">
                  <a16:creationId xmlns:a16="http://schemas.microsoft.com/office/drawing/2014/main" id="{B038CB60-AE6A-831C-F1E2-4FD1059AC603}"/>
                </a:ext>
              </a:extLst>
            </p:cNvPr>
            <p:cNvSpPr/>
            <p:nvPr/>
          </p:nvSpPr>
          <p:spPr>
            <a:xfrm>
              <a:off x="-45665400" y="2923050"/>
              <a:ext cx="81150" cy="79000"/>
            </a:xfrm>
            <a:custGeom>
              <a:avLst/>
              <a:gdLst/>
              <a:ahLst/>
              <a:cxnLst/>
              <a:rect l="l" t="t" r="r" b="b"/>
              <a:pathLst>
                <a:path w="3246" h="3160" extrusionOk="0">
                  <a:moveTo>
                    <a:pt x="2859" y="1"/>
                  </a:moveTo>
                  <a:cubicBezTo>
                    <a:pt x="2765" y="1"/>
                    <a:pt x="2663" y="24"/>
                    <a:pt x="2584" y="72"/>
                  </a:cubicBezTo>
                  <a:lnTo>
                    <a:pt x="95" y="2561"/>
                  </a:lnTo>
                  <a:cubicBezTo>
                    <a:pt x="0" y="2687"/>
                    <a:pt x="0" y="2907"/>
                    <a:pt x="95" y="3065"/>
                  </a:cubicBezTo>
                  <a:cubicBezTo>
                    <a:pt x="158" y="3128"/>
                    <a:pt x="252" y="3159"/>
                    <a:pt x="351" y="3159"/>
                  </a:cubicBezTo>
                  <a:cubicBezTo>
                    <a:pt x="449" y="3159"/>
                    <a:pt x="552" y="3128"/>
                    <a:pt x="631" y="3065"/>
                  </a:cubicBezTo>
                  <a:lnTo>
                    <a:pt x="3088" y="607"/>
                  </a:lnTo>
                  <a:cubicBezTo>
                    <a:pt x="3245" y="450"/>
                    <a:pt x="3245" y="229"/>
                    <a:pt x="3088" y="72"/>
                  </a:cubicBezTo>
                  <a:cubicBezTo>
                    <a:pt x="3041" y="24"/>
                    <a:pt x="2954" y="1"/>
                    <a:pt x="2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grpSp>
      <p:pic>
        <p:nvPicPr>
          <p:cNvPr id="17" name="Google Shape;183;p7" descr="Green Pace logo">
            <a:extLst>
              <a:ext uri="{FF2B5EF4-FFF2-40B4-BE49-F238E27FC236}">
                <a16:creationId xmlns:a16="http://schemas.microsoft.com/office/drawing/2014/main" id="{52444F5C-C530-832B-EDCA-81AC98CB97FF}"/>
              </a:ext>
            </a:extLst>
          </p:cNvPr>
          <p:cNvPicPr preferRelativeResize="0"/>
          <p:nvPr/>
        </p:nvPicPr>
        <p:blipFill>
          <a:blip r:embed="rId4">
            <a:alphaModFix/>
          </a:blip>
          <a:stretch>
            <a:fillRect/>
          </a:stretch>
        </p:blipFill>
        <p:spPr>
          <a:xfrm>
            <a:off x="10408249" y="94279"/>
            <a:ext cx="886601" cy="1149225"/>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2212"/>
                                        </p:tgtEl>
                                        <p:attrNameLst>
                                          <p:attrName>r</p:attrName>
                                        </p:attrNameLst>
                                      </p:cBhvr>
                                    </p:animRot>
                                    <p:animRot by="-240000">
                                      <p:cBhvr>
                                        <p:cTn id="7" dur="200" fill="hold">
                                          <p:stCondLst>
                                            <p:cond delay="200"/>
                                          </p:stCondLst>
                                        </p:cTn>
                                        <p:tgtEl>
                                          <p:spTgt spid="2212"/>
                                        </p:tgtEl>
                                        <p:attrNameLst>
                                          <p:attrName>r</p:attrName>
                                        </p:attrNameLst>
                                      </p:cBhvr>
                                    </p:animRot>
                                    <p:animRot by="240000">
                                      <p:cBhvr>
                                        <p:cTn id="8" dur="200" fill="hold">
                                          <p:stCondLst>
                                            <p:cond delay="400"/>
                                          </p:stCondLst>
                                        </p:cTn>
                                        <p:tgtEl>
                                          <p:spTgt spid="2212"/>
                                        </p:tgtEl>
                                        <p:attrNameLst>
                                          <p:attrName>r</p:attrName>
                                        </p:attrNameLst>
                                      </p:cBhvr>
                                    </p:animRot>
                                    <p:animRot by="-240000">
                                      <p:cBhvr>
                                        <p:cTn id="9" dur="200" fill="hold">
                                          <p:stCondLst>
                                            <p:cond delay="600"/>
                                          </p:stCondLst>
                                        </p:cTn>
                                        <p:tgtEl>
                                          <p:spTgt spid="2212"/>
                                        </p:tgtEl>
                                        <p:attrNameLst>
                                          <p:attrName>r</p:attrName>
                                        </p:attrNameLst>
                                      </p:cBhvr>
                                    </p:animRot>
                                    <p:animRot by="120000">
                                      <p:cBhvr>
                                        <p:cTn id="10" dur="200" fill="hold">
                                          <p:stCondLst>
                                            <p:cond delay="800"/>
                                          </p:stCondLst>
                                        </p:cTn>
                                        <p:tgtEl>
                                          <p:spTgt spid="221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nodeType="clickEffect">
                                  <p:stCondLst>
                                    <p:cond delay="0"/>
                                  </p:stCondLst>
                                  <p:childTnLst>
                                    <p:animRot by="120000">
                                      <p:cBhvr>
                                        <p:cTn id="14" dur="100" fill="hold">
                                          <p:stCondLst>
                                            <p:cond delay="0"/>
                                          </p:stCondLst>
                                        </p:cTn>
                                        <p:tgtEl>
                                          <p:spTgt spid="10"/>
                                        </p:tgtEl>
                                        <p:attrNameLst>
                                          <p:attrName>r</p:attrName>
                                        </p:attrNameLst>
                                      </p:cBhvr>
                                    </p:animRot>
                                    <p:animRot by="-240000">
                                      <p:cBhvr>
                                        <p:cTn id="15" dur="200" fill="hold">
                                          <p:stCondLst>
                                            <p:cond delay="200"/>
                                          </p:stCondLst>
                                        </p:cTn>
                                        <p:tgtEl>
                                          <p:spTgt spid="10"/>
                                        </p:tgtEl>
                                        <p:attrNameLst>
                                          <p:attrName>r</p:attrName>
                                        </p:attrNameLst>
                                      </p:cBhvr>
                                    </p:animRot>
                                    <p:animRot by="240000">
                                      <p:cBhvr>
                                        <p:cTn id="16" dur="200" fill="hold">
                                          <p:stCondLst>
                                            <p:cond delay="400"/>
                                          </p:stCondLst>
                                        </p:cTn>
                                        <p:tgtEl>
                                          <p:spTgt spid="10"/>
                                        </p:tgtEl>
                                        <p:attrNameLst>
                                          <p:attrName>r</p:attrName>
                                        </p:attrNameLst>
                                      </p:cBhvr>
                                    </p:animRot>
                                    <p:animRot by="-240000">
                                      <p:cBhvr>
                                        <p:cTn id="17" dur="200" fill="hold">
                                          <p:stCondLst>
                                            <p:cond delay="600"/>
                                          </p:stCondLst>
                                        </p:cTn>
                                        <p:tgtEl>
                                          <p:spTgt spid="10"/>
                                        </p:tgtEl>
                                        <p:attrNameLst>
                                          <p:attrName>r</p:attrName>
                                        </p:attrNameLst>
                                      </p:cBhvr>
                                    </p:animRot>
                                    <p:animRot by="120000">
                                      <p:cBhvr>
                                        <p:cTn id="18" dur="200" fill="hold">
                                          <p:stCondLst>
                                            <p:cond delay="800"/>
                                          </p:stCondLst>
                                        </p:cTn>
                                        <p:tgtEl>
                                          <p:spTgt spid="10"/>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32" presetClass="emph" presetSubtype="0" fill="hold" nodeType="clickEffect">
                                  <p:stCondLst>
                                    <p:cond delay="0"/>
                                  </p:stCondLst>
                                  <p:childTnLst>
                                    <p:animRot by="120000">
                                      <p:cBhvr>
                                        <p:cTn id="22" dur="100" fill="hold">
                                          <p:stCondLst>
                                            <p:cond delay="0"/>
                                          </p:stCondLst>
                                        </p:cTn>
                                        <p:tgtEl>
                                          <p:spTgt spid="2"/>
                                        </p:tgtEl>
                                        <p:attrNameLst>
                                          <p:attrName>r</p:attrName>
                                        </p:attrNameLst>
                                      </p:cBhvr>
                                    </p:animRot>
                                    <p:animRot by="-240000">
                                      <p:cBhvr>
                                        <p:cTn id="23" dur="200" fill="hold">
                                          <p:stCondLst>
                                            <p:cond delay="200"/>
                                          </p:stCondLst>
                                        </p:cTn>
                                        <p:tgtEl>
                                          <p:spTgt spid="2"/>
                                        </p:tgtEl>
                                        <p:attrNameLst>
                                          <p:attrName>r</p:attrName>
                                        </p:attrNameLst>
                                      </p:cBhvr>
                                    </p:animRot>
                                    <p:animRot by="240000">
                                      <p:cBhvr>
                                        <p:cTn id="24" dur="200" fill="hold">
                                          <p:stCondLst>
                                            <p:cond delay="400"/>
                                          </p:stCondLst>
                                        </p:cTn>
                                        <p:tgtEl>
                                          <p:spTgt spid="2"/>
                                        </p:tgtEl>
                                        <p:attrNameLst>
                                          <p:attrName>r</p:attrName>
                                        </p:attrNameLst>
                                      </p:cBhvr>
                                    </p:animRot>
                                    <p:animRot by="-240000">
                                      <p:cBhvr>
                                        <p:cTn id="25" dur="200" fill="hold">
                                          <p:stCondLst>
                                            <p:cond delay="600"/>
                                          </p:stCondLst>
                                        </p:cTn>
                                        <p:tgtEl>
                                          <p:spTgt spid="2"/>
                                        </p:tgtEl>
                                        <p:attrNameLst>
                                          <p:attrName>r</p:attrName>
                                        </p:attrNameLst>
                                      </p:cBhvr>
                                    </p:animRot>
                                    <p:animRot by="120000">
                                      <p:cBhvr>
                                        <p:cTn id="26"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BBBCA5AF-29B4-1220-1FC1-7D8A53C55F11}"/>
            </a:ext>
          </a:extLst>
        </p:cNvPr>
        <p:cNvGrpSpPr/>
        <p:nvPr/>
      </p:nvGrpSpPr>
      <p:grpSpPr>
        <a:xfrm>
          <a:off x="0" y="0"/>
          <a:ext cx="0" cy="0"/>
          <a:chOff x="0" y="0"/>
          <a:chExt cx="0" cy="0"/>
        </a:xfrm>
      </p:grpSpPr>
      <p:sp>
        <p:nvSpPr>
          <p:cNvPr id="2195" name="Google Shape;2195;p40">
            <a:extLst>
              <a:ext uri="{FF2B5EF4-FFF2-40B4-BE49-F238E27FC236}">
                <a16:creationId xmlns:a16="http://schemas.microsoft.com/office/drawing/2014/main" id="{9C93B5DB-AA82-332F-0B61-DE3BF36DD78B}"/>
              </a:ext>
            </a:extLst>
          </p:cNvPr>
          <p:cNvSpPr txBox="1">
            <a:spLocks noGrp="1"/>
          </p:cNvSpPr>
          <p:nvPr>
            <p:ph type="title"/>
          </p:nvPr>
        </p:nvSpPr>
        <p:spPr>
          <a:xfrm>
            <a:off x="2292096" y="451104"/>
            <a:ext cx="7437200" cy="792400"/>
          </a:xfrm>
          <a:prstGeom prst="rect">
            <a:avLst/>
          </a:prstGeom>
        </p:spPr>
        <p:txBody>
          <a:bodyPr spcFirstLastPara="1" wrap="square" lIns="121900" tIns="121900" rIns="121900" bIns="121900" anchor="t" anchorCtr="0">
            <a:noAutofit/>
          </a:bodyPr>
          <a:lstStyle/>
          <a:p>
            <a:r>
              <a:rPr lang="en-US" b="1" dirty="0">
                <a:latin typeface="Barlow Semi Condensed" panose="00000506000000000000" pitchFamily="2" charset="0"/>
              </a:rPr>
              <a:t>TRIPLE-A POLICIES</a:t>
            </a:r>
            <a:endParaRPr b="1" dirty="0">
              <a:latin typeface="Barlow Semi Condensed" panose="00000506000000000000" pitchFamily="2" charset="0"/>
            </a:endParaRPr>
          </a:p>
        </p:txBody>
      </p:sp>
      <p:sp>
        <p:nvSpPr>
          <p:cNvPr id="2196" name="Google Shape;2196;p40">
            <a:extLst>
              <a:ext uri="{FF2B5EF4-FFF2-40B4-BE49-F238E27FC236}">
                <a16:creationId xmlns:a16="http://schemas.microsoft.com/office/drawing/2014/main" id="{0066CD9E-38AC-740E-64B2-60715AD99CB9}"/>
              </a:ext>
            </a:extLst>
          </p:cNvPr>
          <p:cNvSpPr txBox="1">
            <a:spLocks noGrp="1"/>
          </p:cNvSpPr>
          <p:nvPr>
            <p:ph type="subTitle" idx="1"/>
          </p:nvPr>
        </p:nvSpPr>
        <p:spPr>
          <a:xfrm>
            <a:off x="4919472" y="2185268"/>
            <a:ext cx="2353200" cy="438800"/>
          </a:xfrm>
          <a:prstGeom prst="rect">
            <a:avLst/>
          </a:prstGeom>
        </p:spPr>
        <p:txBody>
          <a:bodyPr spcFirstLastPara="1" wrap="square" lIns="121900" tIns="121900" rIns="121900" bIns="121900" anchor="t" anchorCtr="0">
            <a:noAutofit/>
          </a:bodyPr>
          <a:lstStyle/>
          <a:p>
            <a:r>
              <a:rPr lang="en" dirty="0">
                <a:solidFill>
                  <a:schemeClr val="accent1"/>
                </a:solidFill>
                <a:latin typeface="Barlow Semi Condensed" panose="00000506000000000000" pitchFamily="2" charset="0"/>
              </a:rPr>
              <a:t>Authorization</a:t>
            </a:r>
            <a:endParaRPr dirty="0">
              <a:latin typeface="Barlow Semi Condensed" panose="00000506000000000000" pitchFamily="2" charset="0"/>
            </a:endParaRPr>
          </a:p>
        </p:txBody>
      </p:sp>
      <p:sp>
        <p:nvSpPr>
          <p:cNvPr id="2197" name="Google Shape;2197;p40">
            <a:extLst>
              <a:ext uri="{FF2B5EF4-FFF2-40B4-BE49-F238E27FC236}">
                <a16:creationId xmlns:a16="http://schemas.microsoft.com/office/drawing/2014/main" id="{60C7EF89-54D0-9916-B981-5AC7518276F7}"/>
              </a:ext>
            </a:extLst>
          </p:cNvPr>
          <p:cNvSpPr txBox="1">
            <a:spLocks noGrp="1"/>
          </p:cNvSpPr>
          <p:nvPr>
            <p:ph type="subTitle" idx="2"/>
          </p:nvPr>
        </p:nvSpPr>
        <p:spPr>
          <a:xfrm>
            <a:off x="1338515" y="2220406"/>
            <a:ext cx="2353200" cy="438800"/>
          </a:xfrm>
          <a:prstGeom prst="rect">
            <a:avLst/>
          </a:prstGeom>
        </p:spPr>
        <p:txBody>
          <a:bodyPr spcFirstLastPara="1" wrap="square" lIns="121900" tIns="121900" rIns="121900" bIns="121900" anchor="t" anchorCtr="0">
            <a:noAutofit/>
          </a:bodyPr>
          <a:lstStyle/>
          <a:p>
            <a:r>
              <a:rPr lang="en" dirty="0">
                <a:solidFill>
                  <a:schemeClr val="accent1"/>
                </a:solidFill>
                <a:latin typeface="Barlow Semi Condensed" panose="00000506000000000000" pitchFamily="2" charset="0"/>
              </a:rPr>
              <a:t>Authentication</a:t>
            </a:r>
            <a:endParaRPr dirty="0">
              <a:latin typeface="Barlow Semi Condensed" panose="00000506000000000000" pitchFamily="2" charset="0"/>
            </a:endParaRPr>
          </a:p>
        </p:txBody>
      </p:sp>
      <p:sp>
        <p:nvSpPr>
          <p:cNvPr id="2198" name="Google Shape;2198;p40">
            <a:extLst>
              <a:ext uri="{FF2B5EF4-FFF2-40B4-BE49-F238E27FC236}">
                <a16:creationId xmlns:a16="http://schemas.microsoft.com/office/drawing/2014/main" id="{1FF3400E-C055-8187-DCDD-4AFB07A5CAF8}"/>
              </a:ext>
            </a:extLst>
          </p:cNvPr>
          <p:cNvSpPr txBox="1">
            <a:spLocks noGrp="1"/>
          </p:cNvSpPr>
          <p:nvPr>
            <p:ph type="subTitle" idx="3"/>
          </p:nvPr>
        </p:nvSpPr>
        <p:spPr>
          <a:xfrm>
            <a:off x="8498350" y="2217411"/>
            <a:ext cx="2353200" cy="438800"/>
          </a:xfrm>
          <a:prstGeom prst="rect">
            <a:avLst/>
          </a:prstGeom>
        </p:spPr>
        <p:txBody>
          <a:bodyPr spcFirstLastPara="1" wrap="square" lIns="121900" tIns="121900" rIns="121900" bIns="121900" anchor="t" anchorCtr="0">
            <a:noAutofit/>
          </a:bodyPr>
          <a:lstStyle/>
          <a:p>
            <a:r>
              <a:rPr lang="en" dirty="0">
                <a:latin typeface="Barlow Semi Condensed" panose="00000506000000000000" pitchFamily="2" charset="0"/>
              </a:rPr>
              <a:t>Accounting</a:t>
            </a:r>
            <a:endParaRPr dirty="0">
              <a:latin typeface="Barlow Semi Condensed" panose="00000506000000000000" pitchFamily="2" charset="0"/>
            </a:endParaRPr>
          </a:p>
        </p:txBody>
      </p:sp>
      <p:sp>
        <p:nvSpPr>
          <p:cNvPr id="2199" name="Google Shape;2199;p40">
            <a:extLst>
              <a:ext uri="{FF2B5EF4-FFF2-40B4-BE49-F238E27FC236}">
                <a16:creationId xmlns:a16="http://schemas.microsoft.com/office/drawing/2014/main" id="{0B149A75-A252-8090-9332-1BFDF5C3E14F}"/>
              </a:ext>
            </a:extLst>
          </p:cNvPr>
          <p:cNvSpPr txBox="1">
            <a:spLocks noGrp="1"/>
          </p:cNvSpPr>
          <p:nvPr>
            <p:ph type="subTitle" idx="4"/>
          </p:nvPr>
        </p:nvSpPr>
        <p:spPr>
          <a:xfrm>
            <a:off x="4486579" y="2846082"/>
            <a:ext cx="3167941" cy="3230251"/>
          </a:xfrm>
          <a:prstGeom prst="rect">
            <a:avLst/>
          </a:prstGeom>
        </p:spPr>
        <p:txBody>
          <a:bodyPr spcFirstLastPara="1" wrap="square" lIns="121900" tIns="121900" rIns="121900" bIns="121900" anchor="t" anchorCtr="0">
            <a:noAutofit/>
          </a:bodyPr>
          <a:lstStyle/>
          <a:p>
            <a:pPr algn="just"/>
            <a:r>
              <a:rPr lang="en-US" sz="1800" dirty="0">
                <a:latin typeface="Barlow Semi Condensed" panose="00000506000000000000" pitchFamily="2" charset="0"/>
              </a:rPr>
              <a:t>It’s the process of determining what an authenticated user is permitted to do, see, or modify. Users are only granted the minimum level of access required for their strictly specified roles. This applies continuously to prevent privilege escalation and unauthorized system changes.</a:t>
            </a:r>
            <a:endParaRPr sz="1800" dirty="0">
              <a:latin typeface="Barlow Semi Condensed" panose="00000506000000000000" pitchFamily="2" charset="0"/>
              <a:sym typeface="Barlow Semi Condensed"/>
            </a:endParaRPr>
          </a:p>
        </p:txBody>
      </p:sp>
      <p:sp>
        <p:nvSpPr>
          <p:cNvPr id="2200" name="Google Shape;2200;p40">
            <a:extLst>
              <a:ext uri="{FF2B5EF4-FFF2-40B4-BE49-F238E27FC236}">
                <a16:creationId xmlns:a16="http://schemas.microsoft.com/office/drawing/2014/main" id="{92B46F10-27FE-8C53-279F-E1D7B43D08F8}"/>
              </a:ext>
            </a:extLst>
          </p:cNvPr>
          <p:cNvSpPr txBox="1">
            <a:spLocks noGrp="1"/>
          </p:cNvSpPr>
          <p:nvPr>
            <p:ph type="subTitle" idx="5"/>
          </p:nvPr>
        </p:nvSpPr>
        <p:spPr>
          <a:xfrm>
            <a:off x="1008777" y="2846082"/>
            <a:ext cx="3167941" cy="3230252"/>
          </a:xfrm>
          <a:prstGeom prst="rect">
            <a:avLst/>
          </a:prstGeom>
        </p:spPr>
        <p:txBody>
          <a:bodyPr spcFirstLastPara="1" wrap="square" lIns="121900" tIns="121900" rIns="121900" bIns="121900" anchor="t" anchorCtr="0">
            <a:noAutofit/>
          </a:bodyPr>
          <a:lstStyle/>
          <a:p>
            <a:pPr algn="just"/>
            <a:r>
              <a:rPr lang="en-US" sz="1800" dirty="0">
                <a:solidFill>
                  <a:schemeClr val="dk2"/>
                </a:solidFill>
                <a:latin typeface="Barlow Semi Condensed" panose="00000506000000000000" pitchFamily="2" charset="0"/>
                <a:sym typeface="Barlow Semi Condensed"/>
              </a:rPr>
              <a:t>It’s the process of verifying who a user or system is before granting entry. All users must authenticate using Multi-Factor Authentication to access the systems, portals, or databases. Passwords must meet strict requirements. This policy applies to all system entry points to establish identity and prevent credential attacks.</a:t>
            </a:r>
            <a:endParaRPr sz="1800" dirty="0">
              <a:latin typeface="Barlow Semi Condensed" panose="00000506000000000000" pitchFamily="2" charset="0"/>
              <a:sym typeface="Barlow Semi Condensed"/>
            </a:endParaRPr>
          </a:p>
        </p:txBody>
      </p:sp>
      <p:sp>
        <p:nvSpPr>
          <p:cNvPr id="2201" name="Google Shape;2201;p40">
            <a:extLst>
              <a:ext uri="{FF2B5EF4-FFF2-40B4-BE49-F238E27FC236}">
                <a16:creationId xmlns:a16="http://schemas.microsoft.com/office/drawing/2014/main" id="{7EAC085B-2EC1-FB41-77EE-26DDD4DA6604}"/>
              </a:ext>
            </a:extLst>
          </p:cNvPr>
          <p:cNvSpPr txBox="1">
            <a:spLocks noGrp="1"/>
          </p:cNvSpPr>
          <p:nvPr>
            <p:ph type="subTitle" idx="6"/>
          </p:nvPr>
        </p:nvSpPr>
        <p:spPr>
          <a:xfrm>
            <a:off x="8015284" y="2846081"/>
            <a:ext cx="3502210" cy="3230252"/>
          </a:xfrm>
          <a:prstGeom prst="rect">
            <a:avLst/>
          </a:prstGeom>
        </p:spPr>
        <p:txBody>
          <a:bodyPr spcFirstLastPara="1" wrap="square" lIns="121900" tIns="121900" rIns="121900" bIns="121900" anchor="t" anchorCtr="0">
            <a:noAutofit/>
          </a:bodyPr>
          <a:lstStyle/>
          <a:p>
            <a:pPr algn="just"/>
            <a:r>
              <a:rPr lang="en-US" sz="1800" dirty="0">
                <a:latin typeface="Barlow Semi Condensed" panose="00000506000000000000" pitchFamily="2" charset="0"/>
              </a:rPr>
              <a:t>It’s the process of tracking and logging what a user did while logged into the system. This includes tracking user logins, file access, permission changes, database modifications, and system errors. This policy always applies to maintain compliance with security audits.</a:t>
            </a:r>
            <a:endParaRPr sz="1800" dirty="0">
              <a:latin typeface="Barlow Semi Condensed" panose="00000506000000000000" pitchFamily="2" charset="0"/>
              <a:sym typeface="Barlow Semi Condensed"/>
            </a:endParaRPr>
          </a:p>
        </p:txBody>
      </p:sp>
      <p:pic>
        <p:nvPicPr>
          <p:cNvPr id="17" name="Google Shape;183;p7" descr="Green Pace logo">
            <a:extLst>
              <a:ext uri="{FF2B5EF4-FFF2-40B4-BE49-F238E27FC236}">
                <a16:creationId xmlns:a16="http://schemas.microsoft.com/office/drawing/2014/main" id="{98453BB3-9ACC-F9C2-6C54-D28871F3AA97}"/>
              </a:ext>
            </a:extLst>
          </p:cNvPr>
          <p:cNvPicPr preferRelativeResize="0"/>
          <p:nvPr/>
        </p:nvPicPr>
        <p:blipFill>
          <a:blip r:embed="rId4">
            <a:alphaModFix/>
          </a:blip>
          <a:stretch>
            <a:fillRect/>
          </a:stretch>
        </p:blipFill>
        <p:spPr>
          <a:xfrm>
            <a:off x="10408249" y="94279"/>
            <a:ext cx="886601" cy="1149225"/>
          </a:xfrm>
          <a:prstGeom prst="rect">
            <a:avLst/>
          </a:prstGeom>
          <a:noFill/>
          <a:ln>
            <a:noFill/>
          </a:ln>
        </p:spPr>
      </p:pic>
      <p:grpSp>
        <p:nvGrpSpPr>
          <p:cNvPr id="19" name="Google Shape;15269;p82">
            <a:extLst>
              <a:ext uri="{FF2B5EF4-FFF2-40B4-BE49-F238E27FC236}">
                <a16:creationId xmlns:a16="http://schemas.microsoft.com/office/drawing/2014/main" id="{2BD30453-4597-B184-1D82-2F5B695B24F9}"/>
              </a:ext>
            </a:extLst>
          </p:cNvPr>
          <p:cNvGrpSpPr/>
          <p:nvPr/>
        </p:nvGrpSpPr>
        <p:grpSpPr>
          <a:xfrm>
            <a:off x="5756115" y="1535836"/>
            <a:ext cx="679769" cy="681575"/>
            <a:chOff x="-1700225" y="2768875"/>
            <a:chExt cx="291450" cy="292225"/>
          </a:xfrm>
          <a:solidFill>
            <a:srgbClr val="0F4A36"/>
          </a:solidFill>
        </p:grpSpPr>
        <p:sp>
          <p:nvSpPr>
            <p:cNvPr id="20" name="Google Shape;15270;p82">
              <a:extLst>
                <a:ext uri="{FF2B5EF4-FFF2-40B4-BE49-F238E27FC236}">
                  <a16:creationId xmlns:a16="http://schemas.microsoft.com/office/drawing/2014/main" id="{D933E74C-172C-F0C4-E8B9-1450185DD8C6}"/>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21" name="Google Shape;15271;p82">
              <a:extLst>
                <a:ext uri="{FF2B5EF4-FFF2-40B4-BE49-F238E27FC236}">
                  <a16:creationId xmlns:a16="http://schemas.microsoft.com/office/drawing/2014/main" id="{6783E68B-77C0-C619-C19F-5E79C5D55630}"/>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22" name="Google Shape;15272;p82">
              <a:extLst>
                <a:ext uri="{FF2B5EF4-FFF2-40B4-BE49-F238E27FC236}">
                  <a16:creationId xmlns:a16="http://schemas.microsoft.com/office/drawing/2014/main" id="{C6F92A9B-2A43-2FBE-16F8-FAC08212BD9E}"/>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23" name="Google Shape;15273;p82">
              <a:extLst>
                <a:ext uri="{FF2B5EF4-FFF2-40B4-BE49-F238E27FC236}">
                  <a16:creationId xmlns:a16="http://schemas.microsoft.com/office/drawing/2014/main" id="{F932C409-DE99-9F54-9621-B418659E2ED2}"/>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24" name="Google Shape;15274;p82">
              <a:extLst>
                <a:ext uri="{FF2B5EF4-FFF2-40B4-BE49-F238E27FC236}">
                  <a16:creationId xmlns:a16="http://schemas.microsoft.com/office/drawing/2014/main" id="{4A0FBE22-B6B9-18B4-BD55-CDE226B52D3B}"/>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25" name="Google Shape;15275;p82">
              <a:extLst>
                <a:ext uri="{FF2B5EF4-FFF2-40B4-BE49-F238E27FC236}">
                  <a16:creationId xmlns:a16="http://schemas.microsoft.com/office/drawing/2014/main" id="{6EEF50D9-2C9B-02A1-C229-2121BAB04C0B}"/>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grpSp>
      <p:grpSp>
        <p:nvGrpSpPr>
          <p:cNvPr id="26" name="Google Shape;15207;p82">
            <a:extLst>
              <a:ext uri="{FF2B5EF4-FFF2-40B4-BE49-F238E27FC236}">
                <a16:creationId xmlns:a16="http://schemas.microsoft.com/office/drawing/2014/main" id="{FA88FFAA-A27D-6B1D-FBEF-8262AA3D8A0E}"/>
              </a:ext>
            </a:extLst>
          </p:cNvPr>
          <p:cNvGrpSpPr/>
          <p:nvPr/>
        </p:nvGrpSpPr>
        <p:grpSpPr>
          <a:xfrm>
            <a:off x="9426912" y="1535835"/>
            <a:ext cx="678953" cy="680757"/>
            <a:chOff x="-1333200" y="2770450"/>
            <a:chExt cx="291450" cy="292225"/>
          </a:xfrm>
          <a:solidFill>
            <a:srgbClr val="0F4A36"/>
          </a:solidFill>
        </p:grpSpPr>
        <p:sp>
          <p:nvSpPr>
            <p:cNvPr id="27" name="Google Shape;15208;p82">
              <a:extLst>
                <a:ext uri="{FF2B5EF4-FFF2-40B4-BE49-F238E27FC236}">
                  <a16:creationId xmlns:a16="http://schemas.microsoft.com/office/drawing/2014/main" id="{EDE4C5E7-4BE2-AA0D-6D14-7EB8BAB8A19E}"/>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28" name="Google Shape;15209;p82">
              <a:extLst>
                <a:ext uri="{FF2B5EF4-FFF2-40B4-BE49-F238E27FC236}">
                  <a16:creationId xmlns:a16="http://schemas.microsoft.com/office/drawing/2014/main" id="{3F26BEA9-8C95-9E8E-C180-AF8A5A14095B}"/>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grpSp>
      <p:grpSp>
        <p:nvGrpSpPr>
          <p:cNvPr id="32" name="Google Shape;15101;p82">
            <a:extLst>
              <a:ext uri="{FF2B5EF4-FFF2-40B4-BE49-F238E27FC236}">
                <a16:creationId xmlns:a16="http://schemas.microsoft.com/office/drawing/2014/main" id="{E669DBA7-E5B2-2850-9A09-670630506D9C}"/>
              </a:ext>
            </a:extLst>
          </p:cNvPr>
          <p:cNvGrpSpPr/>
          <p:nvPr/>
        </p:nvGrpSpPr>
        <p:grpSpPr>
          <a:xfrm>
            <a:off x="2166855" y="1503693"/>
            <a:ext cx="690752" cy="681575"/>
            <a:chOff x="-6713450" y="2397900"/>
            <a:chExt cx="295375" cy="291450"/>
          </a:xfrm>
          <a:solidFill>
            <a:srgbClr val="0F4A36"/>
          </a:solidFill>
        </p:grpSpPr>
        <p:sp>
          <p:nvSpPr>
            <p:cNvPr id="33" name="Google Shape;15102;p82">
              <a:extLst>
                <a:ext uri="{FF2B5EF4-FFF2-40B4-BE49-F238E27FC236}">
                  <a16:creationId xmlns:a16="http://schemas.microsoft.com/office/drawing/2014/main" id="{E6ACE829-53F1-9508-7B83-44C8AF3BE82E}"/>
                </a:ext>
              </a:extLst>
            </p:cNvPr>
            <p:cNvSpPr/>
            <p:nvPr/>
          </p:nvSpPr>
          <p:spPr>
            <a:xfrm>
              <a:off x="-6628400" y="2465650"/>
              <a:ext cx="69350" cy="17350"/>
            </a:xfrm>
            <a:custGeom>
              <a:avLst/>
              <a:gdLst/>
              <a:ahLst/>
              <a:cxnLst/>
              <a:rect l="l" t="t" r="r" b="b"/>
              <a:pathLst>
                <a:path w="2774" h="694" extrusionOk="0">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sp>
          <p:nvSpPr>
            <p:cNvPr id="34" name="Google Shape;15103;p82">
              <a:extLst>
                <a:ext uri="{FF2B5EF4-FFF2-40B4-BE49-F238E27FC236}">
                  <a16:creationId xmlns:a16="http://schemas.microsoft.com/office/drawing/2014/main" id="{9CA8FBCE-31B7-0975-571B-9A5E0CF44C26}"/>
                </a:ext>
              </a:extLst>
            </p:cNvPr>
            <p:cNvSpPr/>
            <p:nvPr/>
          </p:nvSpPr>
          <p:spPr>
            <a:xfrm>
              <a:off x="-6713450" y="2397900"/>
              <a:ext cx="295375" cy="291450"/>
            </a:xfrm>
            <a:custGeom>
              <a:avLst/>
              <a:gdLst/>
              <a:ahLst/>
              <a:cxnLst/>
              <a:rect l="l" t="t" r="r" b="b"/>
              <a:pathLst>
                <a:path w="11815" h="11658" extrusionOk="0">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Semi Condensed" panose="00000506000000000000" pitchFamily="2" charset="0"/>
              </a:endParaRPr>
            </a:p>
          </p:txBody>
        </p:sp>
      </p:grpSp>
    </p:spTree>
    <p:custDataLst>
      <p:tags r:id="rId1"/>
    </p:custDataLst>
    <p:extLst>
      <p:ext uri="{BB962C8B-B14F-4D97-AF65-F5344CB8AC3E}">
        <p14:creationId xmlns:p14="http://schemas.microsoft.com/office/powerpoint/2010/main" val="63081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32"/>
                                        </p:tgtEl>
                                        <p:attrNameLst>
                                          <p:attrName>r</p:attrName>
                                        </p:attrNameLst>
                                      </p:cBhvr>
                                    </p:animRot>
                                    <p:animRot by="-240000">
                                      <p:cBhvr>
                                        <p:cTn id="7" dur="200" fill="hold">
                                          <p:stCondLst>
                                            <p:cond delay="200"/>
                                          </p:stCondLst>
                                        </p:cTn>
                                        <p:tgtEl>
                                          <p:spTgt spid="32"/>
                                        </p:tgtEl>
                                        <p:attrNameLst>
                                          <p:attrName>r</p:attrName>
                                        </p:attrNameLst>
                                      </p:cBhvr>
                                    </p:animRot>
                                    <p:animRot by="240000">
                                      <p:cBhvr>
                                        <p:cTn id="8" dur="200" fill="hold">
                                          <p:stCondLst>
                                            <p:cond delay="400"/>
                                          </p:stCondLst>
                                        </p:cTn>
                                        <p:tgtEl>
                                          <p:spTgt spid="32"/>
                                        </p:tgtEl>
                                        <p:attrNameLst>
                                          <p:attrName>r</p:attrName>
                                        </p:attrNameLst>
                                      </p:cBhvr>
                                    </p:animRot>
                                    <p:animRot by="-240000">
                                      <p:cBhvr>
                                        <p:cTn id="9" dur="200" fill="hold">
                                          <p:stCondLst>
                                            <p:cond delay="600"/>
                                          </p:stCondLst>
                                        </p:cTn>
                                        <p:tgtEl>
                                          <p:spTgt spid="32"/>
                                        </p:tgtEl>
                                        <p:attrNameLst>
                                          <p:attrName>r</p:attrName>
                                        </p:attrNameLst>
                                      </p:cBhvr>
                                    </p:animRot>
                                    <p:animRot by="120000">
                                      <p:cBhvr>
                                        <p:cTn id="10" dur="200" fill="hold">
                                          <p:stCondLst>
                                            <p:cond delay="800"/>
                                          </p:stCondLst>
                                        </p:cTn>
                                        <p:tgtEl>
                                          <p:spTgt spid="3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nodeType="clickEffect">
                                  <p:stCondLst>
                                    <p:cond delay="0"/>
                                  </p:stCondLst>
                                  <p:childTnLst>
                                    <p:animRot by="120000">
                                      <p:cBhvr>
                                        <p:cTn id="14" dur="100" fill="hold">
                                          <p:stCondLst>
                                            <p:cond delay="0"/>
                                          </p:stCondLst>
                                        </p:cTn>
                                        <p:tgtEl>
                                          <p:spTgt spid="19"/>
                                        </p:tgtEl>
                                        <p:attrNameLst>
                                          <p:attrName>r</p:attrName>
                                        </p:attrNameLst>
                                      </p:cBhvr>
                                    </p:animRot>
                                    <p:animRot by="-240000">
                                      <p:cBhvr>
                                        <p:cTn id="15" dur="200" fill="hold">
                                          <p:stCondLst>
                                            <p:cond delay="200"/>
                                          </p:stCondLst>
                                        </p:cTn>
                                        <p:tgtEl>
                                          <p:spTgt spid="19"/>
                                        </p:tgtEl>
                                        <p:attrNameLst>
                                          <p:attrName>r</p:attrName>
                                        </p:attrNameLst>
                                      </p:cBhvr>
                                    </p:animRot>
                                    <p:animRot by="240000">
                                      <p:cBhvr>
                                        <p:cTn id="16" dur="200" fill="hold">
                                          <p:stCondLst>
                                            <p:cond delay="400"/>
                                          </p:stCondLst>
                                        </p:cTn>
                                        <p:tgtEl>
                                          <p:spTgt spid="19"/>
                                        </p:tgtEl>
                                        <p:attrNameLst>
                                          <p:attrName>r</p:attrName>
                                        </p:attrNameLst>
                                      </p:cBhvr>
                                    </p:animRot>
                                    <p:animRot by="-240000">
                                      <p:cBhvr>
                                        <p:cTn id="17" dur="200" fill="hold">
                                          <p:stCondLst>
                                            <p:cond delay="600"/>
                                          </p:stCondLst>
                                        </p:cTn>
                                        <p:tgtEl>
                                          <p:spTgt spid="19"/>
                                        </p:tgtEl>
                                        <p:attrNameLst>
                                          <p:attrName>r</p:attrName>
                                        </p:attrNameLst>
                                      </p:cBhvr>
                                    </p:animRot>
                                    <p:animRot by="120000">
                                      <p:cBhvr>
                                        <p:cTn id="18" dur="200" fill="hold">
                                          <p:stCondLst>
                                            <p:cond delay="800"/>
                                          </p:stCondLst>
                                        </p:cTn>
                                        <p:tgtEl>
                                          <p:spTgt spid="19"/>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32" presetClass="emph" presetSubtype="0" fill="hold" nodeType="clickEffect">
                                  <p:stCondLst>
                                    <p:cond delay="0"/>
                                  </p:stCondLst>
                                  <p:childTnLst>
                                    <p:animRot by="120000">
                                      <p:cBhvr>
                                        <p:cTn id="22" dur="100" fill="hold">
                                          <p:stCondLst>
                                            <p:cond delay="0"/>
                                          </p:stCondLst>
                                        </p:cTn>
                                        <p:tgtEl>
                                          <p:spTgt spid="26"/>
                                        </p:tgtEl>
                                        <p:attrNameLst>
                                          <p:attrName>r</p:attrName>
                                        </p:attrNameLst>
                                      </p:cBhvr>
                                    </p:animRot>
                                    <p:animRot by="-240000">
                                      <p:cBhvr>
                                        <p:cTn id="23" dur="200" fill="hold">
                                          <p:stCondLst>
                                            <p:cond delay="200"/>
                                          </p:stCondLst>
                                        </p:cTn>
                                        <p:tgtEl>
                                          <p:spTgt spid="26"/>
                                        </p:tgtEl>
                                        <p:attrNameLst>
                                          <p:attrName>r</p:attrName>
                                        </p:attrNameLst>
                                      </p:cBhvr>
                                    </p:animRot>
                                    <p:animRot by="240000">
                                      <p:cBhvr>
                                        <p:cTn id="24" dur="200" fill="hold">
                                          <p:stCondLst>
                                            <p:cond delay="400"/>
                                          </p:stCondLst>
                                        </p:cTn>
                                        <p:tgtEl>
                                          <p:spTgt spid="26"/>
                                        </p:tgtEl>
                                        <p:attrNameLst>
                                          <p:attrName>r</p:attrName>
                                        </p:attrNameLst>
                                      </p:cBhvr>
                                    </p:animRot>
                                    <p:animRot by="-240000">
                                      <p:cBhvr>
                                        <p:cTn id="25" dur="200" fill="hold">
                                          <p:stCondLst>
                                            <p:cond delay="600"/>
                                          </p:stCondLst>
                                        </p:cTn>
                                        <p:tgtEl>
                                          <p:spTgt spid="26"/>
                                        </p:tgtEl>
                                        <p:attrNameLst>
                                          <p:attrName>r</p:attrName>
                                        </p:attrNameLst>
                                      </p:cBhvr>
                                    </p:animRot>
                                    <p:animRot by="120000">
                                      <p:cBhvr>
                                        <p:cTn id="26" dur="200" fill="hold">
                                          <p:stCondLst>
                                            <p:cond delay="800"/>
                                          </p:stCondLst>
                                        </p:cTn>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685800" y="292425"/>
            <a:ext cx="2089355" cy="5039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b="1" dirty="0">
                <a:latin typeface="Barlow Semi Condensed" panose="00000506000000000000" pitchFamily="2" charset="0"/>
              </a:rPr>
              <a:t>Unit Testing</a:t>
            </a:r>
            <a:endParaRPr b="1" dirty="0">
              <a:latin typeface="Barlow Semi Condensed" panose="00000506000000000000" pitchFamily="2" charset="0"/>
            </a:endParaRPr>
          </a:p>
        </p:txBody>
      </p:sp>
      <p:sp>
        <p:nvSpPr>
          <p:cNvPr id="196" name="Google Shape;196;g9504e29505_0_0"/>
          <p:cNvSpPr txBox="1">
            <a:spLocks noGrp="1"/>
          </p:cNvSpPr>
          <p:nvPr>
            <p:ph type="body" idx="1"/>
          </p:nvPr>
        </p:nvSpPr>
        <p:spPr>
          <a:xfrm>
            <a:off x="706975" y="1101385"/>
            <a:ext cx="10820400" cy="114922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latin typeface="Barlow Semi Condensed" panose="00000506000000000000" pitchFamily="2" charset="0"/>
              </a:rPr>
              <a:t>Verify that direct string concatenation allows malicious input to corrupt the SQL command, whereas parameterized binding isolates input as harmless literal data. </a:t>
            </a:r>
          </a:p>
          <a:p>
            <a:pPr marL="0" lvl="0" indent="0" algn="l" rtl="0">
              <a:lnSpc>
                <a:spcPct val="90000"/>
              </a:lnSpc>
              <a:spcBef>
                <a:spcPts val="1000"/>
              </a:spcBef>
              <a:spcAft>
                <a:spcPts val="0"/>
              </a:spcAft>
              <a:buSzPts val="1800"/>
              <a:buNone/>
            </a:pPr>
            <a:r>
              <a:rPr lang="en-US" dirty="0">
                <a:latin typeface="Barlow Semi Condensed" panose="00000506000000000000" pitchFamily="2" charset="0"/>
              </a:rPr>
              <a:t>Testing Framework: C++ </a:t>
            </a:r>
            <a:r>
              <a:rPr lang="en-US" dirty="0" err="1">
                <a:latin typeface="Barlow Semi Condensed" panose="00000506000000000000" pitchFamily="2" charset="0"/>
              </a:rPr>
              <a:t>GoogleTest</a:t>
            </a:r>
            <a:r>
              <a:rPr lang="en-US" dirty="0">
                <a:latin typeface="Barlow Semi Condensed" panose="00000506000000000000" pitchFamily="2" charset="0"/>
              </a:rPr>
              <a:t> (</a:t>
            </a:r>
            <a:r>
              <a:rPr lang="en-US" dirty="0" err="1">
                <a:latin typeface="Barlow Semi Condensed" panose="00000506000000000000" pitchFamily="2" charset="0"/>
              </a:rPr>
              <a:t>GTest</a:t>
            </a:r>
            <a:r>
              <a:rPr lang="en-US" dirty="0">
                <a:latin typeface="Barlow Semi Condensed" panose="00000506000000000000" pitchFamily="2" charset="0"/>
              </a:rPr>
              <a:t>) in Microsoft Visual Studio.</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186CA659-77D4-175E-4CA4-B94EBBF6922C}"/>
              </a:ext>
            </a:extLst>
          </p:cNvPr>
          <p:cNvSpPr txBox="1"/>
          <p:nvPr/>
        </p:nvSpPr>
        <p:spPr>
          <a:xfrm>
            <a:off x="685800" y="796413"/>
            <a:ext cx="9352935" cy="350930"/>
          </a:xfrm>
          <a:prstGeom prst="rect">
            <a:avLst/>
          </a:prstGeom>
          <a:noFill/>
        </p:spPr>
        <p:txBody>
          <a:bodyPr wrap="square">
            <a:spAutoFit/>
          </a:bodyPr>
          <a:lstStyle/>
          <a:p>
            <a:pPr marL="0" lvl="0" indent="0" algn="l" rtl="0">
              <a:lnSpc>
                <a:spcPct val="90000"/>
              </a:lnSpc>
              <a:spcBef>
                <a:spcPts val="1000"/>
              </a:spcBef>
              <a:spcAft>
                <a:spcPts val="0"/>
              </a:spcAft>
              <a:buSzPts val="1800"/>
              <a:buNone/>
            </a:pPr>
            <a:r>
              <a:rPr lang="en-US" sz="1867" dirty="0">
                <a:latin typeface="Barlow Semi Condensed" panose="00000506000000000000" pitchFamily="2" charset="0"/>
              </a:rPr>
              <a:t>Vulnerability Under Test: </a:t>
            </a:r>
            <a:r>
              <a:rPr lang="en-US" sz="1867" b="1" dirty="0">
                <a:latin typeface="Barlow Semi Condensed" panose="00000506000000000000" pitchFamily="2" charset="0"/>
              </a:rPr>
              <a:t>STD-004-CPP</a:t>
            </a:r>
            <a:r>
              <a:rPr lang="en-US" sz="1867" dirty="0">
                <a:latin typeface="Barlow Semi Condensed" panose="00000506000000000000" pitchFamily="2" charset="0"/>
              </a:rPr>
              <a:t> (SQL Injection / Unsafe </a:t>
            </a:r>
            <a:r>
              <a:rPr lang="en-US" sz="1867" dirty="0" err="1">
                <a:latin typeface="Barlow Semi Condensed" panose="00000506000000000000" pitchFamily="2" charset="0"/>
              </a:rPr>
              <a:t>sprintf</a:t>
            </a:r>
            <a:r>
              <a:rPr lang="en-US" sz="1867" dirty="0">
                <a:latin typeface="Barlow Semi Condensed" panose="00000506000000000000" pitchFamily="2" charset="0"/>
              </a:rPr>
              <a:t> formatting). </a:t>
            </a:r>
          </a:p>
        </p:txBody>
      </p:sp>
      <p:sp>
        <p:nvSpPr>
          <p:cNvPr id="5" name="Rectangle 4">
            <a:extLst>
              <a:ext uri="{FF2B5EF4-FFF2-40B4-BE49-F238E27FC236}">
                <a16:creationId xmlns:a16="http://schemas.microsoft.com/office/drawing/2014/main" id="{7CE5982D-E43E-2819-6D97-32C378D9BD00}"/>
              </a:ext>
            </a:extLst>
          </p:cNvPr>
          <p:cNvSpPr/>
          <p:nvPr/>
        </p:nvSpPr>
        <p:spPr>
          <a:xfrm>
            <a:off x="706975" y="2344822"/>
            <a:ext cx="9792929" cy="422075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81EE86C5-1EF5-EC49-52FC-5EDA61BBB2A9}"/>
              </a:ext>
            </a:extLst>
          </p:cNvPr>
          <p:cNvSpPr txBox="1"/>
          <p:nvPr/>
        </p:nvSpPr>
        <p:spPr>
          <a:xfrm>
            <a:off x="1099983" y="2470039"/>
            <a:ext cx="8524568" cy="3970318"/>
          </a:xfrm>
          <a:prstGeom prst="rect">
            <a:avLst/>
          </a:prstGeom>
          <a:noFill/>
        </p:spPr>
        <p:txBody>
          <a:bodyPr wrap="square" rtlCol="0">
            <a:spAutoFit/>
          </a:bodyPr>
          <a:lstStyle/>
          <a:p>
            <a:r>
              <a:rPr lang="en-US" dirty="0">
                <a:solidFill>
                  <a:schemeClr val="bg1"/>
                </a:solidFill>
                <a:latin typeface="Arial Nova" panose="020F0502020204030204" pitchFamily="34" charset="0"/>
              </a:rPr>
              <a:t>#include &lt;</a:t>
            </a:r>
            <a:r>
              <a:rPr lang="en-US" dirty="0" err="1">
                <a:solidFill>
                  <a:schemeClr val="bg1"/>
                </a:solidFill>
                <a:latin typeface="Arial Nova" panose="020F0502020204030204" pitchFamily="34" charset="0"/>
              </a:rPr>
              <a:t>gtest</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gtest.h</a:t>
            </a:r>
            <a:r>
              <a:rPr lang="en-US" dirty="0">
                <a:solidFill>
                  <a:schemeClr val="bg1"/>
                </a:solidFill>
                <a:latin typeface="Arial Nova" panose="020F0502020204030204" pitchFamily="34" charset="0"/>
              </a:rPr>
              <a:t>&gt;</a:t>
            </a:r>
          </a:p>
          <a:p>
            <a:r>
              <a:rPr lang="en-US" dirty="0">
                <a:solidFill>
                  <a:schemeClr val="bg1"/>
                </a:solidFill>
                <a:latin typeface="Arial Nova" panose="020F0502020204030204" pitchFamily="34" charset="0"/>
              </a:rPr>
              <a:t>#include &lt;</a:t>
            </a:r>
            <a:r>
              <a:rPr lang="en-US" dirty="0" err="1">
                <a:solidFill>
                  <a:schemeClr val="bg1"/>
                </a:solidFill>
                <a:latin typeface="Arial Nova" panose="020F0502020204030204" pitchFamily="34" charset="0"/>
              </a:rPr>
              <a:t>stdio.h</a:t>
            </a:r>
            <a:r>
              <a:rPr lang="en-US" dirty="0">
                <a:solidFill>
                  <a:schemeClr val="bg1"/>
                </a:solidFill>
                <a:latin typeface="Arial Nova" panose="020F0502020204030204" pitchFamily="34" charset="0"/>
              </a:rPr>
              <a:t>&gt;</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void </a:t>
            </a:r>
            <a:r>
              <a:rPr lang="en-US" dirty="0" err="1">
                <a:solidFill>
                  <a:schemeClr val="bg1"/>
                </a:solidFill>
                <a:latin typeface="Arial Nova" panose="020F0502020204030204" pitchFamily="34" charset="0"/>
              </a:rPr>
              <a:t>get_user_record_noncompliant</a:t>
            </a:r>
            <a:r>
              <a:rPr lang="en-US" dirty="0">
                <a:solidFill>
                  <a:schemeClr val="bg1"/>
                </a:solidFill>
                <a:latin typeface="Arial Nova" panose="020F0502020204030204" pitchFamily="34" charset="0"/>
              </a:rPr>
              <a:t>(const char *username, char *</a:t>
            </a:r>
            <a:r>
              <a:rPr lang="en-US" dirty="0" err="1">
                <a:solidFill>
                  <a:schemeClr val="bg1"/>
                </a:solidFill>
                <a:latin typeface="Arial Nova" panose="020F0502020204030204" pitchFamily="34" charset="0"/>
              </a:rPr>
              <a:t>out_query</a:t>
            </a:r>
            <a:r>
              <a:rPr lang="en-US" dirty="0">
                <a:solidFill>
                  <a:schemeClr val="bg1"/>
                </a:solidFill>
                <a:latin typeface="Arial Nova" panose="020F0502020204030204" pitchFamily="34" charset="0"/>
              </a:rPr>
              <a:t>) {</a:t>
            </a:r>
          </a:p>
          <a:p>
            <a:r>
              <a:rPr lang="en-US" dirty="0">
                <a:solidFill>
                  <a:schemeClr val="bg1"/>
                </a:solidFill>
                <a:latin typeface="Arial Nova" panose="020F0502020204030204" pitchFamily="34" charset="0"/>
              </a:rPr>
              <a:t>    /* Unsafe: Direct string concatenation of user input */</a:t>
            </a:r>
          </a:p>
          <a:p>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sprintf</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out_query</a:t>
            </a:r>
            <a:r>
              <a:rPr lang="en-US" dirty="0">
                <a:solidFill>
                  <a:schemeClr val="bg1"/>
                </a:solidFill>
                <a:latin typeface="Arial Nova" panose="020F0502020204030204" pitchFamily="34" charset="0"/>
              </a:rPr>
              <a:t>, "SELECT * FROM users WHERE name = '%s'", username);</a:t>
            </a:r>
          </a:p>
          <a:p>
            <a:r>
              <a:rPr lang="en-US" dirty="0">
                <a:solidFill>
                  <a:schemeClr val="bg1"/>
                </a:solidFill>
                <a:latin typeface="Arial Nova" panose="020F0502020204030204" pitchFamily="34" charset="0"/>
              </a:rPr>
              <a:t>}</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TEST(</a:t>
            </a:r>
            <a:r>
              <a:rPr lang="en-US" dirty="0" err="1">
                <a:solidFill>
                  <a:schemeClr val="bg1"/>
                </a:solidFill>
                <a:latin typeface="Arial Nova" panose="020F0502020204030204" pitchFamily="34" charset="0"/>
              </a:rPr>
              <a:t>SqlInjectionSuite</a:t>
            </a:r>
            <a:r>
              <a:rPr lang="en-US" dirty="0">
                <a:solidFill>
                  <a:schemeClr val="bg1"/>
                </a:solidFill>
                <a:latin typeface="Arial Nova" panose="020F0502020204030204" pitchFamily="34" charset="0"/>
              </a:rPr>
              <a:t>, Test1_Negative_UnsafeSprintfExposesInjection) {</a:t>
            </a:r>
          </a:p>
          <a:p>
            <a:r>
              <a:rPr lang="en-US" dirty="0">
                <a:solidFill>
                  <a:schemeClr val="bg1"/>
                </a:solidFill>
                <a:latin typeface="Arial Nova" panose="020F0502020204030204" pitchFamily="34" charset="0"/>
              </a:rPr>
              <a:t>    const char *</a:t>
            </a:r>
            <a:r>
              <a:rPr lang="en-US" dirty="0" err="1">
                <a:solidFill>
                  <a:schemeClr val="bg1"/>
                </a:solidFill>
                <a:latin typeface="Arial Nova" panose="020F0502020204030204" pitchFamily="34" charset="0"/>
              </a:rPr>
              <a:t>malicious_input</a:t>
            </a:r>
            <a:r>
              <a:rPr lang="en-US" dirty="0">
                <a:solidFill>
                  <a:schemeClr val="bg1"/>
                </a:solidFill>
                <a:latin typeface="Arial Nova" panose="020F0502020204030204" pitchFamily="34" charset="0"/>
              </a:rPr>
              <a:t> = "admin' OR '1'='1";</a:t>
            </a:r>
          </a:p>
          <a:p>
            <a:r>
              <a:rPr lang="en-US" dirty="0">
                <a:solidFill>
                  <a:schemeClr val="bg1"/>
                </a:solidFill>
                <a:latin typeface="Arial Nova" panose="020F0502020204030204" pitchFamily="34" charset="0"/>
              </a:rPr>
              <a:t>    char </a:t>
            </a:r>
            <a:r>
              <a:rPr lang="en-US" dirty="0" err="1">
                <a:solidFill>
                  <a:schemeClr val="bg1"/>
                </a:solidFill>
                <a:latin typeface="Arial Nova" panose="020F0502020204030204" pitchFamily="34" charset="0"/>
              </a:rPr>
              <a:t>query_buffer</a:t>
            </a:r>
            <a:r>
              <a:rPr lang="en-US" dirty="0">
                <a:solidFill>
                  <a:schemeClr val="bg1"/>
                </a:solidFill>
                <a:latin typeface="Arial Nova" panose="020F0502020204030204" pitchFamily="34" charset="0"/>
              </a:rPr>
              <a:t>[256];</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get_user_record_noncompliant</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malicious_input</a:t>
            </a:r>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query_buffer</a:t>
            </a:r>
            <a:r>
              <a:rPr lang="en-US" dirty="0">
                <a:solidFill>
                  <a:schemeClr val="bg1"/>
                </a:solidFill>
                <a:latin typeface="Arial Nova" panose="020F0502020204030204" pitchFamily="34" charset="0"/>
              </a:rPr>
              <a:t>);</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    // Asserts that raw untrusted string modified intended SQL query logic</a:t>
            </a:r>
          </a:p>
          <a:p>
            <a:r>
              <a:rPr lang="en-US" dirty="0">
                <a:solidFill>
                  <a:schemeClr val="bg1"/>
                </a:solidFill>
                <a:latin typeface="Arial Nova" panose="020F0502020204030204" pitchFamily="34" charset="0"/>
              </a:rPr>
              <a:t>    EXPECT_STREQ(</a:t>
            </a:r>
            <a:r>
              <a:rPr lang="en-US" dirty="0" err="1">
                <a:solidFill>
                  <a:schemeClr val="bg1"/>
                </a:solidFill>
                <a:latin typeface="Arial Nova" panose="020F0502020204030204" pitchFamily="34" charset="0"/>
              </a:rPr>
              <a:t>query_buffer</a:t>
            </a:r>
            <a:r>
              <a:rPr lang="en-US" dirty="0">
                <a:solidFill>
                  <a:schemeClr val="bg1"/>
                </a:solidFill>
                <a:latin typeface="Arial Nova" panose="020F0502020204030204" pitchFamily="34" charset="0"/>
              </a:rPr>
              <a:t>, "SELECT * FROM users WHERE name = 'admin' OR '1'='1'");</a:t>
            </a:r>
          </a:p>
          <a:p>
            <a:r>
              <a:rPr lang="en-US" dirty="0">
                <a:solidFill>
                  <a:srgbClr val="CCFF99"/>
                </a:solidFill>
                <a:latin typeface="Arial Nova" panose="020F0502020204030204" pitchFamily="34" charset="0"/>
              </a:rPr>
              <a:t>    // RESULT: Fails security check! Raw input altered database command logic.</a:t>
            </a:r>
          </a:p>
          <a:p>
            <a:r>
              <a:rPr lang="en-US" dirty="0">
                <a:solidFill>
                  <a:schemeClr val="bg1"/>
                </a:solidFill>
                <a:latin typeface="Arial Nova" panose="020F0502020204030204" pitchFamily="34" charset="0"/>
              </a:rPr>
              <a:t>}</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46C017B1-43D0-725E-032C-07461E3430C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BDCA1491-3D8C-B60F-2555-31A85C6D8D82}"/>
              </a:ext>
            </a:extLst>
          </p:cNvPr>
          <p:cNvSpPr txBox="1">
            <a:spLocks noGrp="1"/>
          </p:cNvSpPr>
          <p:nvPr>
            <p:ph type="title"/>
          </p:nvPr>
        </p:nvSpPr>
        <p:spPr>
          <a:xfrm>
            <a:off x="685800" y="292425"/>
            <a:ext cx="2089355" cy="5039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b="1" dirty="0">
                <a:latin typeface="Barlow Semi Condensed" panose="00000506000000000000" pitchFamily="2" charset="0"/>
              </a:rPr>
              <a:t>Unit Testing</a:t>
            </a:r>
            <a:endParaRPr b="1" dirty="0">
              <a:latin typeface="Barlow Semi Condensed" panose="00000506000000000000" pitchFamily="2" charset="0"/>
            </a:endParaRPr>
          </a:p>
        </p:txBody>
      </p:sp>
      <p:sp>
        <p:nvSpPr>
          <p:cNvPr id="196" name="Google Shape;196;g9504e29505_0_0">
            <a:extLst>
              <a:ext uri="{FF2B5EF4-FFF2-40B4-BE49-F238E27FC236}">
                <a16:creationId xmlns:a16="http://schemas.microsoft.com/office/drawing/2014/main" id="{397BD7FF-0F51-1466-0937-DA4EB2B84B7E}"/>
              </a:ext>
            </a:extLst>
          </p:cNvPr>
          <p:cNvSpPr txBox="1">
            <a:spLocks noGrp="1"/>
          </p:cNvSpPr>
          <p:nvPr>
            <p:ph type="body" idx="1"/>
          </p:nvPr>
        </p:nvSpPr>
        <p:spPr>
          <a:xfrm>
            <a:off x="685800" y="1205077"/>
            <a:ext cx="10820400" cy="89250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latin typeface="Barlow Semi Condensed" panose="00000506000000000000" pitchFamily="2" charset="0"/>
              </a:rPr>
              <a:t>Query template remains fixed; payload is isolated strictly as a literal data parameter.</a:t>
            </a:r>
          </a:p>
          <a:p>
            <a:pPr marL="0" lvl="0" indent="0" algn="l" rtl="0">
              <a:lnSpc>
                <a:spcPct val="90000"/>
              </a:lnSpc>
              <a:spcBef>
                <a:spcPts val="1000"/>
              </a:spcBef>
              <a:spcAft>
                <a:spcPts val="0"/>
              </a:spcAft>
              <a:buSzPts val="1800"/>
              <a:buNone/>
            </a:pPr>
            <a:r>
              <a:rPr lang="en-US" dirty="0">
                <a:latin typeface="Barlow Semi Condensed" panose="00000506000000000000" pitchFamily="2" charset="0"/>
              </a:rPr>
              <a:t>Testing Framework: C++ </a:t>
            </a:r>
            <a:r>
              <a:rPr lang="en-US" dirty="0" err="1">
                <a:latin typeface="Barlow Semi Condensed" panose="00000506000000000000" pitchFamily="2" charset="0"/>
              </a:rPr>
              <a:t>GoogleTest</a:t>
            </a:r>
            <a:r>
              <a:rPr lang="en-US" dirty="0">
                <a:latin typeface="Barlow Semi Condensed" panose="00000506000000000000" pitchFamily="2" charset="0"/>
              </a:rPr>
              <a:t> (</a:t>
            </a:r>
            <a:r>
              <a:rPr lang="en-US" dirty="0" err="1">
                <a:latin typeface="Barlow Semi Condensed" panose="00000506000000000000" pitchFamily="2" charset="0"/>
              </a:rPr>
              <a:t>GTest</a:t>
            </a:r>
            <a:r>
              <a:rPr lang="en-US" dirty="0">
                <a:latin typeface="Barlow Semi Condensed" panose="00000506000000000000" pitchFamily="2" charset="0"/>
              </a:rPr>
              <a:t>) in Microsoft Visual Studio.</a:t>
            </a:r>
          </a:p>
        </p:txBody>
      </p:sp>
      <p:pic>
        <p:nvPicPr>
          <p:cNvPr id="197" name="Google Shape;197;g9504e29505_0_0" descr="Green Pace logo">
            <a:extLst>
              <a:ext uri="{FF2B5EF4-FFF2-40B4-BE49-F238E27FC236}">
                <a16:creationId xmlns:a16="http://schemas.microsoft.com/office/drawing/2014/main" id="{C64C05FE-8354-DE7E-2B03-2E74E30F9B24}"/>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DD9D52CD-7D4B-CCD4-82DD-C9BDB35A1DFC}"/>
              </a:ext>
            </a:extLst>
          </p:cNvPr>
          <p:cNvSpPr txBox="1"/>
          <p:nvPr/>
        </p:nvSpPr>
        <p:spPr>
          <a:xfrm>
            <a:off x="685800" y="896161"/>
            <a:ext cx="9352935" cy="350930"/>
          </a:xfrm>
          <a:prstGeom prst="rect">
            <a:avLst/>
          </a:prstGeom>
          <a:noFill/>
        </p:spPr>
        <p:txBody>
          <a:bodyPr wrap="square">
            <a:spAutoFit/>
          </a:bodyPr>
          <a:lstStyle/>
          <a:p>
            <a:pPr marL="0" lvl="0" indent="0" algn="l" rtl="0">
              <a:lnSpc>
                <a:spcPct val="90000"/>
              </a:lnSpc>
              <a:spcBef>
                <a:spcPts val="1000"/>
              </a:spcBef>
              <a:spcAft>
                <a:spcPts val="0"/>
              </a:spcAft>
              <a:buSzPts val="1800"/>
              <a:buNone/>
            </a:pPr>
            <a:r>
              <a:rPr lang="en-US" sz="1867" b="1" dirty="0">
                <a:latin typeface="Barlow Semi Condensed" panose="00000506000000000000" pitchFamily="2" charset="0"/>
              </a:rPr>
              <a:t>STD-004-CPP</a:t>
            </a:r>
            <a:r>
              <a:rPr lang="en-US" sz="1867" dirty="0">
                <a:latin typeface="Barlow Semi Condensed" panose="00000506000000000000" pitchFamily="2" charset="0"/>
              </a:rPr>
              <a:t> (SQL Injection / Unsafe </a:t>
            </a:r>
            <a:r>
              <a:rPr lang="en-US" sz="1867" dirty="0" err="1">
                <a:latin typeface="Barlow Semi Condensed" panose="00000506000000000000" pitchFamily="2" charset="0"/>
              </a:rPr>
              <a:t>sprintf</a:t>
            </a:r>
            <a:r>
              <a:rPr lang="en-US" sz="1867" dirty="0">
                <a:latin typeface="Barlow Semi Condensed" panose="00000506000000000000" pitchFamily="2" charset="0"/>
              </a:rPr>
              <a:t> formatting). (Test 2, positive result)</a:t>
            </a:r>
          </a:p>
        </p:txBody>
      </p:sp>
      <p:sp>
        <p:nvSpPr>
          <p:cNvPr id="5" name="Rectangle 4">
            <a:extLst>
              <a:ext uri="{FF2B5EF4-FFF2-40B4-BE49-F238E27FC236}">
                <a16:creationId xmlns:a16="http://schemas.microsoft.com/office/drawing/2014/main" id="{7B209455-56EC-E208-CAE3-A306100ADF67}"/>
              </a:ext>
            </a:extLst>
          </p:cNvPr>
          <p:cNvSpPr/>
          <p:nvPr/>
        </p:nvSpPr>
        <p:spPr>
          <a:xfrm>
            <a:off x="706975" y="2344822"/>
            <a:ext cx="9792929" cy="402648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EED3A9D5-9937-0E42-2B1B-667A16C8CC07}"/>
              </a:ext>
            </a:extLst>
          </p:cNvPr>
          <p:cNvSpPr txBox="1"/>
          <p:nvPr/>
        </p:nvSpPr>
        <p:spPr>
          <a:xfrm>
            <a:off x="1099983" y="2480625"/>
            <a:ext cx="8524568" cy="3754874"/>
          </a:xfrm>
          <a:prstGeom prst="rect">
            <a:avLst/>
          </a:prstGeom>
          <a:noFill/>
        </p:spPr>
        <p:txBody>
          <a:bodyPr wrap="square" rtlCol="0">
            <a:spAutoFit/>
          </a:bodyPr>
          <a:lstStyle/>
          <a:p>
            <a:r>
              <a:rPr lang="en-US" dirty="0">
                <a:solidFill>
                  <a:schemeClr val="bg1"/>
                </a:solidFill>
                <a:latin typeface="Arial Nova" panose="020F0502020204030204" pitchFamily="34" charset="0"/>
              </a:rPr>
              <a:t>#include &lt;</a:t>
            </a:r>
            <a:r>
              <a:rPr lang="en-US" dirty="0" err="1">
                <a:solidFill>
                  <a:schemeClr val="bg1"/>
                </a:solidFill>
                <a:latin typeface="Arial Nova" panose="020F0502020204030204" pitchFamily="34" charset="0"/>
              </a:rPr>
              <a:t>gtest</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gtest.h</a:t>
            </a:r>
            <a:r>
              <a:rPr lang="en-US" dirty="0">
                <a:solidFill>
                  <a:schemeClr val="bg1"/>
                </a:solidFill>
                <a:latin typeface="Arial Nova" panose="020F0502020204030204" pitchFamily="34" charset="0"/>
              </a:rPr>
              <a:t>&gt;</a:t>
            </a:r>
          </a:p>
          <a:p>
            <a:r>
              <a:rPr lang="en-US" dirty="0">
                <a:solidFill>
                  <a:schemeClr val="bg1"/>
                </a:solidFill>
                <a:latin typeface="Arial Nova" panose="020F0502020204030204" pitchFamily="34" charset="0"/>
              </a:rPr>
              <a:t>#include &lt;</a:t>
            </a:r>
            <a:r>
              <a:rPr lang="en-US" dirty="0" err="1">
                <a:solidFill>
                  <a:schemeClr val="bg1"/>
                </a:solidFill>
                <a:latin typeface="Arial Nova" panose="020F0502020204030204" pitchFamily="34" charset="0"/>
              </a:rPr>
              <a:t>string.h</a:t>
            </a:r>
            <a:r>
              <a:rPr lang="en-US" dirty="0">
                <a:solidFill>
                  <a:schemeClr val="bg1"/>
                </a:solidFill>
                <a:latin typeface="Arial Nova" panose="020F0502020204030204" pitchFamily="34" charset="0"/>
              </a:rPr>
              <a:t>&gt;</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TEST(</a:t>
            </a:r>
            <a:r>
              <a:rPr lang="en-US" dirty="0" err="1">
                <a:solidFill>
                  <a:schemeClr val="bg1"/>
                </a:solidFill>
                <a:latin typeface="Arial Nova" panose="020F0502020204030204" pitchFamily="34" charset="0"/>
              </a:rPr>
              <a:t>SqlInjectionSuite</a:t>
            </a:r>
            <a:r>
              <a:rPr lang="en-US" dirty="0">
                <a:solidFill>
                  <a:schemeClr val="bg1"/>
                </a:solidFill>
                <a:latin typeface="Arial Nova" panose="020F0502020204030204" pitchFamily="34" charset="0"/>
              </a:rPr>
              <a:t>, Test2_Positive_SafeParameterizedBinding) {</a:t>
            </a:r>
          </a:p>
          <a:p>
            <a:r>
              <a:rPr lang="en-US" dirty="0">
                <a:solidFill>
                  <a:schemeClr val="bg1"/>
                </a:solidFill>
                <a:latin typeface="Arial Nova" panose="020F0502020204030204" pitchFamily="34" charset="0"/>
              </a:rPr>
              <a:t>    const char *</a:t>
            </a:r>
            <a:r>
              <a:rPr lang="en-US" dirty="0" err="1">
                <a:solidFill>
                  <a:schemeClr val="bg1"/>
                </a:solidFill>
                <a:latin typeface="Arial Nova" panose="020F0502020204030204" pitchFamily="34" charset="0"/>
              </a:rPr>
              <a:t>malicious_input</a:t>
            </a:r>
            <a:r>
              <a:rPr lang="en-US" dirty="0">
                <a:solidFill>
                  <a:schemeClr val="bg1"/>
                </a:solidFill>
                <a:latin typeface="Arial Nova" panose="020F0502020204030204" pitchFamily="34" charset="0"/>
              </a:rPr>
              <a:t> = "admin' OR '1'='1";</a:t>
            </a:r>
          </a:p>
          <a:p>
            <a:r>
              <a:rPr lang="en-US" dirty="0">
                <a:solidFill>
                  <a:schemeClr val="bg1"/>
                </a:solidFill>
                <a:latin typeface="Arial Nova" panose="020F0502020204030204" pitchFamily="34" charset="0"/>
              </a:rPr>
              <a:t>    const char *</a:t>
            </a:r>
            <a:r>
              <a:rPr lang="en-US" dirty="0" err="1">
                <a:solidFill>
                  <a:schemeClr val="bg1"/>
                </a:solidFill>
                <a:latin typeface="Arial Nova" panose="020F0502020204030204" pitchFamily="34" charset="0"/>
              </a:rPr>
              <a:t>query_template</a:t>
            </a:r>
            <a:r>
              <a:rPr lang="en-US" dirty="0">
                <a:solidFill>
                  <a:schemeClr val="bg1"/>
                </a:solidFill>
                <a:latin typeface="Arial Nova" panose="020F0502020204030204" pitchFamily="34" charset="0"/>
              </a:rPr>
              <a:t> = "SELECT * FROM users WHERE name = ?";</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    // Compliant parameter binding logic</a:t>
            </a:r>
          </a:p>
          <a:p>
            <a:r>
              <a:rPr lang="en-US" dirty="0">
                <a:solidFill>
                  <a:schemeClr val="bg1"/>
                </a:solidFill>
                <a:latin typeface="Arial Nova" panose="020F0502020204030204" pitchFamily="34" charset="0"/>
              </a:rPr>
              <a:t>    char </a:t>
            </a:r>
            <a:r>
              <a:rPr lang="en-US" dirty="0" err="1">
                <a:solidFill>
                  <a:schemeClr val="bg1"/>
                </a:solidFill>
                <a:latin typeface="Arial Nova" panose="020F0502020204030204" pitchFamily="34" charset="0"/>
              </a:rPr>
              <a:t>bound_param</a:t>
            </a:r>
            <a:r>
              <a:rPr lang="en-US" dirty="0">
                <a:solidFill>
                  <a:schemeClr val="bg1"/>
                </a:solidFill>
                <a:latin typeface="Arial Nova" panose="020F0502020204030204" pitchFamily="34" charset="0"/>
              </a:rPr>
              <a:t>[256];</a:t>
            </a:r>
          </a:p>
          <a:p>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strncpy</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bound_param</a:t>
            </a:r>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malicious_input</a:t>
            </a:r>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sizeof</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bound_param</a:t>
            </a:r>
            <a:r>
              <a:rPr lang="en-US" dirty="0">
                <a:solidFill>
                  <a:schemeClr val="bg1"/>
                </a:solidFill>
                <a:latin typeface="Arial Nova" panose="020F0502020204030204" pitchFamily="34" charset="0"/>
              </a:rPr>
              <a:t>) - 1);</a:t>
            </a:r>
          </a:p>
          <a:p>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bound_param</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sizeof</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bound_param</a:t>
            </a:r>
            <a:r>
              <a:rPr lang="en-US" dirty="0">
                <a:solidFill>
                  <a:schemeClr val="bg1"/>
                </a:solidFill>
                <a:latin typeface="Arial Nova" panose="020F0502020204030204" pitchFamily="34" charset="0"/>
              </a:rPr>
              <a:t>) - 1] = '\0';</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    // Asserts that query template structure remains fixed and unchanged</a:t>
            </a:r>
          </a:p>
          <a:p>
            <a:r>
              <a:rPr lang="en-US" dirty="0">
                <a:solidFill>
                  <a:schemeClr val="bg1"/>
                </a:solidFill>
                <a:latin typeface="Arial Nova" panose="020F0502020204030204" pitchFamily="34" charset="0"/>
              </a:rPr>
              <a:t>    EXPECT_STREQ(</a:t>
            </a:r>
            <a:r>
              <a:rPr lang="en-US" dirty="0" err="1">
                <a:solidFill>
                  <a:schemeClr val="bg1"/>
                </a:solidFill>
                <a:latin typeface="Arial Nova" panose="020F0502020204030204" pitchFamily="34" charset="0"/>
              </a:rPr>
              <a:t>query_template</a:t>
            </a:r>
            <a:r>
              <a:rPr lang="en-US" dirty="0">
                <a:solidFill>
                  <a:schemeClr val="bg1"/>
                </a:solidFill>
                <a:latin typeface="Arial Nova" panose="020F0502020204030204" pitchFamily="34" charset="0"/>
              </a:rPr>
              <a:t>, "SELECT * FROM users WHERE name = ?");</a:t>
            </a:r>
          </a:p>
          <a:p>
            <a:r>
              <a:rPr lang="en-US" dirty="0">
                <a:solidFill>
                  <a:schemeClr val="bg1"/>
                </a:solidFill>
                <a:latin typeface="Arial Nova" panose="020F0502020204030204" pitchFamily="34" charset="0"/>
              </a:rPr>
              <a:t>    EXPECT_STREQ(</a:t>
            </a:r>
            <a:r>
              <a:rPr lang="en-US" dirty="0" err="1">
                <a:solidFill>
                  <a:schemeClr val="bg1"/>
                </a:solidFill>
                <a:latin typeface="Arial Nova" panose="020F0502020204030204" pitchFamily="34" charset="0"/>
              </a:rPr>
              <a:t>bound_param</a:t>
            </a:r>
            <a:r>
              <a:rPr lang="en-US" dirty="0">
                <a:solidFill>
                  <a:schemeClr val="bg1"/>
                </a:solidFill>
                <a:latin typeface="Arial Nova" panose="020F0502020204030204" pitchFamily="34" charset="0"/>
              </a:rPr>
              <a:t>, "admin' OR '1'='1'");</a:t>
            </a:r>
          </a:p>
          <a:p>
            <a:r>
              <a:rPr lang="en-US" dirty="0">
                <a:solidFill>
                  <a:srgbClr val="CCFF99"/>
                </a:solidFill>
                <a:latin typeface="Arial Nova" panose="020F0502020204030204" pitchFamily="34" charset="0"/>
              </a:rPr>
              <a:t>    // RESULT: Passes! Payload is treated strictly as literal data parameter.</a:t>
            </a:r>
          </a:p>
          <a:p>
            <a:r>
              <a:rPr lang="en-US" dirty="0">
                <a:solidFill>
                  <a:schemeClr val="bg1"/>
                </a:solidFill>
                <a:latin typeface="Arial Nova" panose="020F0502020204030204" pitchFamily="34" charset="0"/>
              </a:rPr>
              <a:t>}</a:t>
            </a:r>
          </a:p>
        </p:txBody>
      </p:sp>
    </p:spTree>
    <p:custDataLst>
      <p:tags r:id="rId1"/>
    </p:custDataLst>
    <p:extLst>
      <p:ext uri="{BB962C8B-B14F-4D97-AF65-F5344CB8AC3E}">
        <p14:creationId xmlns:p14="http://schemas.microsoft.com/office/powerpoint/2010/main" val="1494071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E5A4B22F-ABF5-592C-1CE5-621BBAC9F189}"/>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5AA57A2C-5F3C-5057-2A2A-E8A80325BFBF}"/>
              </a:ext>
            </a:extLst>
          </p:cNvPr>
          <p:cNvSpPr txBox="1">
            <a:spLocks noGrp="1"/>
          </p:cNvSpPr>
          <p:nvPr>
            <p:ph type="title"/>
          </p:nvPr>
        </p:nvSpPr>
        <p:spPr>
          <a:xfrm>
            <a:off x="685800" y="292425"/>
            <a:ext cx="2089355" cy="5039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b="1" dirty="0">
                <a:latin typeface="Barlow Semi Condensed" panose="00000506000000000000" pitchFamily="2" charset="0"/>
              </a:rPr>
              <a:t>Unit Testing</a:t>
            </a:r>
            <a:endParaRPr b="1" dirty="0">
              <a:latin typeface="Barlow Semi Condensed" panose="00000506000000000000" pitchFamily="2" charset="0"/>
            </a:endParaRPr>
          </a:p>
        </p:txBody>
      </p:sp>
      <p:sp>
        <p:nvSpPr>
          <p:cNvPr id="196" name="Google Shape;196;g9504e29505_0_0">
            <a:extLst>
              <a:ext uri="{FF2B5EF4-FFF2-40B4-BE49-F238E27FC236}">
                <a16:creationId xmlns:a16="http://schemas.microsoft.com/office/drawing/2014/main" id="{AE15BF7F-73FE-3E03-1D05-ED02DAA9C17D}"/>
              </a:ext>
            </a:extLst>
          </p:cNvPr>
          <p:cNvSpPr txBox="1">
            <a:spLocks noGrp="1"/>
          </p:cNvSpPr>
          <p:nvPr>
            <p:ph type="body" idx="1"/>
          </p:nvPr>
        </p:nvSpPr>
        <p:spPr>
          <a:xfrm>
            <a:off x="706975" y="1101385"/>
            <a:ext cx="10820400" cy="5345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latin typeface="Barlow Semi Condensed" panose="00000506000000000000" pitchFamily="2" charset="0"/>
              </a:rPr>
              <a:t>Execute list deallocation where node p is freed before evaluating loop condition p = p-&gt;next</a:t>
            </a:r>
          </a:p>
        </p:txBody>
      </p:sp>
      <p:pic>
        <p:nvPicPr>
          <p:cNvPr id="197" name="Google Shape;197;g9504e29505_0_0" descr="Green Pace logo">
            <a:extLst>
              <a:ext uri="{FF2B5EF4-FFF2-40B4-BE49-F238E27FC236}">
                <a16:creationId xmlns:a16="http://schemas.microsoft.com/office/drawing/2014/main" id="{1050CC45-E958-07F2-3E26-B4C79ED461D0}"/>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B828802D-DECC-3A3A-47A2-F69C99E7A964}"/>
              </a:ext>
            </a:extLst>
          </p:cNvPr>
          <p:cNvSpPr txBox="1"/>
          <p:nvPr/>
        </p:nvSpPr>
        <p:spPr>
          <a:xfrm>
            <a:off x="685800" y="796413"/>
            <a:ext cx="9352935" cy="379656"/>
          </a:xfrm>
          <a:prstGeom prst="rect">
            <a:avLst/>
          </a:prstGeom>
          <a:noFill/>
        </p:spPr>
        <p:txBody>
          <a:bodyPr wrap="square">
            <a:spAutoFit/>
          </a:bodyPr>
          <a:lstStyle/>
          <a:p>
            <a:pPr marL="0" lvl="0" indent="0" algn="l" rtl="0">
              <a:lnSpc>
                <a:spcPct val="100000"/>
              </a:lnSpc>
              <a:spcBef>
                <a:spcPts val="1000"/>
              </a:spcBef>
              <a:spcAft>
                <a:spcPts val="0"/>
              </a:spcAft>
              <a:buSzPts val="1800"/>
              <a:buNone/>
            </a:pPr>
            <a:r>
              <a:rPr lang="en-US" sz="1867" dirty="0">
                <a:latin typeface="Barlow Semi Condensed" panose="00000506000000000000" pitchFamily="2" charset="0"/>
              </a:rPr>
              <a:t>Vulnerability Under Test: </a:t>
            </a:r>
            <a:r>
              <a:rPr lang="en-US" sz="1867" b="1" dirty="0">
                <a:latin typeface="Barlow Semi Condensed" panose="00000506000000000000" pitchFamily="2" charset="0"/>
              </a:rPr>
              <a:t>STD-005-CPP </a:t>
            </a:r>
            <a:r>
              <a:rPr lang="en-US" sz="1867" dirty="0">
                <a:latin typeface="Barlow Semi Condensed" panose="00000506000000000000" pitchFamily="2" charset="0"/>
              </a:rPr>
              <a:t>Unsafe Linked List Memory Deallocation (Negative Test)</a:t>
            </a:r>
          </a:p>
        </p:txBody>
      </p:sp>
      <p:sp>
        <p:nvSpPr>
          <p:cNvPr id="5" name="Rectangle 4">
            <a:extLst>
              <a:ext uri="{FF2B5EF4-FFF2-40B4-BE49-F238E27FC236}">
                <a16:creationId xmlns:a16="http://schemas.microsoft.com/office/drawing/2014/main" id="{9311BB53-D4DB-6A9F-E69B-2D9E1AF48216}"/>
              </a:ext>
            </a:extLst>
          </p:cNvPr>
          <p:cNvSpPr/>
          <p:nvPr/>
        </p:nvSpPr>
        <p:spPr>
          <a:xfrm>
            <a:off x="685800" y="1680057"/>
            <a:ext cx="9792929" cy="49862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6372D3CC-6295-3D9A-40BA-D453F277C29B}"/>
              </a:ext>
            </a:extLst>
          </p:cNvPr>
          <p:cNvSpPr txBox="1"/>
          <p:nvPr/>
        </p:nvSpPr>
        <p:spPr>
          <a:xfrm>
            <a:off x="1099983" y="1757659"/>
            <a:ext cx="8524568" cy="4832092"/>
          </a:xfrm>
          <a:prstGeom prst="rect">
            <a:avLst/>
          </a:prstGeom>
          <a:noFill/>
        </p:spPr>
        <p:txBody>
          <a:bodyPr wrap="square" rtlCol="0">
            <a:spAutoFit/>
          </a:bodyPr>
          <a:lstStyle/>
          <a:p>
            <a:r>
              <a:rPr lang="en-US" dirty="0">
                <a:solidFill>
                  <a:schemeClr val="bg1"/>
                </a:solidFill>
                <a:latin typeface="Arial Nova" panose="020F0502020204030204" pitchFamily="34" charset="0"/>
              </a:rPr>
              <a:t>#include &lt;</a:t>
            </a:r>
            <a:r>
              <a:rPr lang="en-US" dirty="0" err="1">
                <a:solidFill>
                  <a:schemeClr val="bg1"/>
                </a:solidFill>
                <a:latin typeface="Arial Nova" panose="020F0502020204030204" pitchFamily="34" charset="0"/>
              </a:rPr>
              <a:t>gtest</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gtest.h</a:t>
            </a:r>
            <a:r>
              <a:rPr lang="en-US" dirty="0">
                <a:solidFill>
                  <a:schemeClr val="bg1"/>
                </a:solidFill>
                <a:latin typeface="Arial Nova" panose="020F0502020204030204" pitchFamily="34" charset="0"/>
              </a:rPr>
              <a:t>&gt;</a:t>
            </a:r>
          </a:p>
          <a:p>
            <a:r>
              <a:rPr lang="en-US" dirty="0">
                <a:solidFill>
                  <a:schemeClr val="bg1"/>
                </a:solidFill>
                <a:latin typeface="Arial Nova" panose="020F0502020204030204" pitchFamily="34" charset="0"/>
              </a:rPr>
              <a:t>#include &lt;</a:t>
            </a:r>
            <a:r>
              <a:rPr lang="en-US" dirty="0" err="1">
                <a:solidFill>
                  <a:schemeClr val="bg1"/>
                </a:solidFill>
                <a:latin typeface="Arial Nova" panose="020F0502020204030204" pitchFamily="34" charset="0"/>
              </a:rPr>
              <a:t>stdlib.h</a:t>
            </a:r>
            <a:r>
              <a:rPr lang="en-US" dirty="0">
                <a:solidFill>
                  <a:schemeClr val="bg1"/>
                </a:solidFill>
                <a:latin typeface="Arial Nova" panose="020F0502020204030204" pitchFamily="34" charset="0"/>
              </a:rPr>
              <a:t>&gt;</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struct node { int value; struct node *next; };</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void </a:t>
            </a:r>
            <a:r>
              <a:rPr lang="en-US" dirty="0" err="1">
                <a:solidFill>
                  <a:schemeClr val="bg1"/>
                </a:solidFill>
                <a:latin typeface="Arial Nova" panose="020F0502020204030204" pitchFamily="34" charset="0"/>
              </a:rPr>
              <a:t>free_list_noncompliant</a:t>
            </a:r>
            <a:r>
              <a:rPr lang="en-US" dirty="0">
                <a:solidFill>
                  <a:schemeClr val="bg1"/>
                </a:solidFill>
                <a:latin typeface="Arial Nova" panose="020F0502020204030204" pitchFamily="34" charset="0"/>
              </a:rPr>
              <a:t>(struct node *head) {</a:t>
            </a:r>
          </a:p>
          <a:p>
            <a:r>
              <a:rPr lang="en-US" dirty="0">
                <a:solidFill>
                  <a:schemeClr val="bg1"/>
                </a:solidFill>
                <a:latin typeface="Arial Nova" panose="020F0502020204030204" pitchFamily="34" charset="0"/>
              </a:rPr>
              <a:t>    for (struct node *p = head; p != NULL; p = p-&gt;next) {</a:t>
            </a:r>
          </a:p>
          <a:p>
            <a:r>
              <a:rPr lang="en-US" dirty="0">
                <a:solidFill>
                  <a:schemeClr val="bg1"/>
                </a:solidFill>
                <a:latin typeface="Arial Nova" panose="020F0502020204030204" pitchFamily="34" charset="0"/>
              </a:rPr>
              <a:t>        free(p); // Unsafe: p is freed BEFORE p-&gt;next is evaluated!</a:t>
            </a:r>
          </a:p>
          <a:p>
            <a:r>
              <a:rPr lang="en-US" dirty="0">
                <a:solidFill>
                  <a:schemeClr val="bg1"/>
                </a:solidFill>
                <a:latin typeface="Arial Nova" panose="020F0502020204030204" pitchFamily="34" charset="0"/>
              </a:rPr>
              <a:t>    } </a:t>
            </a:r>
          </a:p>
          <a:p>
            <a:r>
              <a:rPr lang="en-US" dirty="0">
                <a:solidFill>
                  <a:schemeClr val="bg1"/>
                </a:solidFill>
                <a:latin typeface="Arial Nova" panose="020F0502020204030204" pitchFamily="34" charset="0"/>
              </a:rPr>
              <a:t>}</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TEST(</a:t>
            </a:r>
            <a:r>
              <a:rPr lang="en-US" dirty="0" err="1">
                <a:solidFill>
                  <a:schemeClr val="bg1"/>
                </a:solidFill>
                <a:latin typeface="Arial Nova" panose="020F0502020204030204" pitchFamily="34" charset="0"/>
              </a:rPr>
              <a:t>MemorySafetySuite</a:t>
            </a:r>
            <a:r>
              <a:rPr lang="en-US" dirty="0">
                <a:solidFill>
                  <a:schemeClr val="bg1"/>
                </a:solidFill>
                <a:latin typeface="Arial Nova" panose="020F0502020204030204" pitchFamily="34" charset="0"/>
              </a:rPr>
              <a:t>, Test3_Negative_UseAfterFreeDetection) {</a:t>
            </a:r>
          </a:p>
          <a:p>
            <a:r>
              <a:rPr lang="en-US" dirty="0">
                <a:solidFill>
                  <a:schemeClr val="bg1"/>
                </a:solidFill>
                <a:latin typeface="Arial Nova" panose="020F0502020204030204" pitchFamily="34" charset="0"/>
              </a:rPr>
              <a:t>    struct node *head = (struct node*)malloc(</a:t>
            </a:r>
            <a:r>
              <a:rPr lang="en-US" dirty="0" err="1">
                <a:solidFill>
                  <a:schemeClr val="bg1"/>
                </a:solidFill>
                <a:latin typeface="Arial Nova" panose="020F0502020204030204" pitchFamily="34" charset="0"/>
              </a:rPr>
              <a:t>sizeof</a:t>
            </a:r>
            <a:r>
              <a:rPr lang="en-US" dirty="0">
                <a:solidFill>
                  <a:schemeClr val="bg1"/>
                </a:solidFill>
                <a:latin typeface="Arial Nova" panose="020F0502020204030204" pitchFamily="34" charset="0"/>
              </a:rPr>
              <a:t>(struct node));</a:t>
            </a:r>
          </a:p>
          <a:p>
            <a:r>
              <a:rPr lang="en-US" dirty="0">
                <a:solidFill>
                  <a:schemeClr val="bg1"/>
                </a:solidFill>
                <a:latin typeface="Arial Nova" panose="020F0502020204030204" pitchFamily="34" charset="0"/>
              </a:rPr>
              <a:t>    head-&gt;value = 1; head-&gt;next = (struct node*)malloc(</a:t>
            </a:r>
            <a:r>
              <a:rPr lang="en-US" dirty="0" err="1">
                <a:solidFill>
                  <a:schemeClr val="bg1"/>
                </a:solidFill>
                <a:latin typeface="Arial Nova" panose="020F0502020204030204" pitchFamily="34" charset="0"/>
              </a:rPr>
              <a:t>sizeof</a:t>
            </a:r>
            <a:r>
              <a:rPr lang="en-US" dirty="0">
                <a:solidFill>
                  <a:schemeClr val="bg1"/>
                </a:solidFill>
                <a:latin typeface="Arial Nova" panose="020F0502020204030204" pitchFamily="34" charset="0"/>
              </a:rPr>
              <a:t>(struct node));</a:t>
            </a:r>
          </a:p>
          <a:p>
            <a:r>
              <a:rPr lang="en-US" dirty="0">
                <a:solidFill>
                  <a:schemeClr val="bg1"/>
                </a:solidFill>
                <a:latin typeface="Arial Nova" panose="020F0502020204030204" pitchFamily="34" charset="0"/>
              </a:rPr>
              <a:t>    head-&gt;next-&gt;value = 2; head-&gt;next-&gt;next = NULL;</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    // MSVC </a:t>
            </a:r>
            <a:r>
              <a:rPr lang="en-US" dirty="0" err="1">
                <a:solidFill>
                  <a:schemeClr val="bg1"/>
                </a:solidFill>
                <a:latin typeface="Arial Nova" panose="020F0502020204030204" pitchFamily="34" charset="0"/>
              </a:rPr>
              <a:t>AddressSanitizer</a:t>
            </a:r>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fsanitize</a:t>
            </a:r>
            <a:r>
              <a:rPr lang="en-US" dirty="0">
                <a:solidFill>
                  <a:schemeClr val="bg1"/>
                </a:solidFill>
                <a:latin typeface="Arial Nova" panose="020F0502020204030204" pitchFamily="34" charset="0"/>
              </a:rPr>
              <a:t>=address) catches heap-use-after-free</a:t>
            </a:r>
          </a:p>
          <a:p>
            <a:r>
              <a:rPr lang="en-US" dirty="0">
                <a:solidFill>
                  <a:schemeClr val="bg1"/>
                </a:solidFill>
                <a:latin typeface="Arial Nova" panose="020F0502020204030204" pitchFamily="34" charset="0"/>
              </a:rPr>
              <a:t>    EXPECT_DEATH({</a:t>
            </a:r>
          </a:p>
          <a:p>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free_list_noncompliant</a:t>
            </a:r>
            <a:r>
              <a:rPr lang="en-US" dirty="0">
                <a:solidFill>
                  <a:schemeClr val="bg1"/>
                </a:solidFill>
                <a:latin typeface="Arial Nova" panose="020F0502020204030204" pitchFamily="34" charset="0"/>
              </a:rPr>
              <a:t>(head);</a:t>
            </a:r>
          </a:p>
          <a:p>
            <a:r>
              <a:rPr lang="en-US" dirty="0">
                <a:solidFill>
                  <a:schemeClr val="bg1"/>
                </a:solidFill>
                <a:latin typeface="Arial Nova" panose="020F0502020204030204" pitchFamily="34" charset="0"/>
              </a:rPr>
              <a:t>    }, "");</a:t>
            </a:r>
          </a:p>
          <a:p>
            <a:r>
              <a:rPr lang="en-US" dirty="0">
                <a:solidFill>
                  <a:srgbClr val="CCFF99"/>
                </a:solidFill>
                <a:latin typeface="Arial Nova" panose="020F0502020204030204" pitchFamily="34" charset="0"/>
              </a:rPr>
              <a:t>    // RESULT: Fails memory audit! Read-after-free detected on p-&gt;next.</a:t>
            </a:r>
          </a:p>
          <a:p>
            <a:r>
              <a:rPr lang="en-US" dirty="0">
                <a:solidFill>
                  <a:schemeClr val="bg1"/>
                </a:solidFill>
                <a:latin typeface="Arial Nova" panose="020F0502020204030204" pitchFamily="34" charset="0"/>
              </a:rPr>
              <a:t>}</a:t>
            </a:r>
          </a:p>
        </p:txBody>
      </p:sp>
    </p:spTree>
    <p:custDataLst>
      <p:tags r:id="rId1"/>
    </p:custDataLst>
    <p:extLst>
      <p:ext uri="{BB962C8B-B14F-4D97-AF65-F5344CB8AC3E}">
        <p14:creationId xmlns:p14="http://schemas.microsoft.com/office/powerpoint/2010/main" val="2218166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DAB7A72-78D3-771C-FBE9-B73851B90809}"/>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78E9EEB-D755-A0AF-B1BA-C2AFA3253E3A}"/>
              </a:ext>
            </a:extLst>
          </p:cNvPr>
          <p:cNvSpPr txBox="1">
            <a:spLocks noGrp="1"/>
          </p:cNvSpPr>
          <p:nvPr>
            <p:ph type="title"/>
          </p:nvPr>
        </p:nvSpPr>
        <p:spPr>
          <a:xfrm>
            <a:off x="685800" y="292425"/>
            <a:ext cx="2089355" cy="5039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800"/>
              <a:buNone/>
            </a:pPr>
            <a:r>
              <a:rPr lang="en-US" b="1" dirty="0">
                <a:latin typeface="Barlow Semi Condensed" panose="00000506000000000000" pitchFamily="2" charset="0"/>
              </a:rPr>
              <a:t>Unit Testing</a:t>
            </a:r>
            <a:endParaRPr b="1" dirty="0">
              <a:latin typeface="Barlow Semi Condensed" panose="00000506000000000000" pitchFamily="2" charset="0"/>
            </a:endParaRPr>
          </a:p>
        </p:txBody>
      </p:sp>
      <p:sp>
        <p:nvSpPr>
          <p:cNvPr id="196" name="Google Shape;196;g9504e29505_0_0">
            <a:extLst>
              <a:ext uri="{FF2B5EF4-FFF2-40B4-BE49-F238E27FC236}">
                <a16:creationId xmlns:a16="http://schemas.microsoft.com/office/drawing/2014/main" id="{E39361CB-52C7-EB41-2CC3-87EF2AFEC9D6}"/>
              </a:ext>
            </a:extLst>
          </p:cNvPr>
          <p:cNvSpPr txBox="1">
            <a:spLocks noGrp="1"/>
          </p:cNvSpPr>
          <p:nvPr>
            <p:ph type="body" idx="1"/>
          </p:nvPr>
        </p:nvSpPr>
        <p:spPr>
          <a:xfrm>
            <a:off x="685800" y="1101385"/>
            <a:ext cx="10820400" cy="69791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latin typeface="Barlow Semi Condensed" panose="00000506000000000000" pitchFamily="2" charset="0"/>
              </a:rPr>
              <a:t>Store reference p-&gt;next in temporary variable q before deallocating node p. Resulting in zero invalid heap memory reads or dangling pointer access.</a:t>
            </a:r>
          </a:p>
        </p:txBody>
      </p:sp>
      <p:pic>
        <p:nvPicPr>
          <p:cNvPr id="197" name="Google Shape;197;g9504e29505_0_0" descr="Green Pace logo">
            <a:extLst>
              <a:ext uri="{FF2B5EF4-FFF2-40B4-BE49-F238E27FC236}">
                <a16:creationId xmlns:a16="http://schemas.microsoft.com/office/drawing/2014/main" id="{8A2C8E14-7015-FCD7-4988-9D12DB4AB788}"/>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94BDBE3B-DB95-EBFE-F699-726DD7E5A279}"/>
              </a:ext>
            </a:extLst>
          </p:cNvPr>
          <p:cNvSpPr txBox="1"/>
          <p:nvPr/>
        </p:nvSpPr>
        <p:spPr>
          <a:xfrm>
            <a:off x="685799" y="796413"/>
            <a:ext cx="9352935" cy="379656"/>
          </a:xfrm>
          <a:prstGeom prst="rect">
            <a:avLst/>
          </a:prstGeom>
          <a:noFill/>
        </p:spPr>
        <p:txBody>
          <a:bodyPr wrap="square">
            <a:spAutoFit/>
          </a:bodyPr>
          <a:lstStyle/>
          <a:p>
            <a:pPr marL="0" lvl="0" indent="0" algn="l" rtl="0">
              <a:lnSpc>
                <a:spcPct val="100000"/>
              </a:lnSpc>
              <a:spcBef>
                <a:spcPts val="1000"/>
              </a:spcBef>
              <a:spcAft>
                <a:spcPts val="0"/>
              </a:spcAft>
              <a:buSzPts val="1800"/>
              <a:buNone/>
            </a:pPr>
            <a:r>
              <a:rPr lang="en-US" sz="1867" dirty="0">
                <a:latin typeface="Barlow Semi Condensed" panose="00000506000000000000" pitchFamily="2" charset="0"/>
              </a:rPr>
              <a:t>Vulnerability Under Test: </a:t>
            </a:r>
            <a:r>
              <a:rPr lang="en-US" sz="1867" b="1" dirty="0">
                <a:latin typeface="Barlow Semi Condensed" panose="00000506000000000000" pitchFamily="2" charset="0"/>
              </a:rPr>
              <a:t>STD-005-CPP </a:t>
            </a:r>
            <a:r>
              <a:rPr lang="en-US" sz="1867" dirty="0">
                <a:latin typeface="Barlow Semi Condensed" panose="00000506000000000000" pitchFamily="2" charset="0"/>
              </a:rPr>
              <a:t>Safe Temporary Pointer Deallocation (Positive Test)</a:t>
            </a:r>
          </a:p>
        </p:txBody>
      </p:sp>
      <p:sp>
        <p:nvSpPr>
          <p:cNvPr id="5" name="Rectangle 4">
            <a:extLst>
              <a:ext uri="{FF2B5EF4-FFF2-40B4-BE49-F238E27FC236}">
                <a16:creationId xmlns:a16="http://schemas.microsoft.com/office/drawing/2014/main" id="{0B1AE18D-FF5E-83F3-AC5B-0A562D161EDA}"/>
              </a:ext>
            </a:extLst>
          </p:cNvPr>
          <p:cNvSpPr/>
          <p:nvPr/>
        </p:nvSpPr>
        <p:spPr>
          <a:xfrm>
            <a:off x="706975" y="1868130"/>
            <a:ext cx="9792929" cy="472162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FBC9CBFE-76AA-CB62-D8BD-989BF13EDAFF}"/>
              </a:ext>
            </a:extLst>
          </p:cNvPr>
          <p:cNvSpPr txBox="1"/>
          <p:nvPr/>
        </p:nvSpPr>
        <p:spPr>
          <a:xfrm>
            <a:off x="1099982" y="1920616"/>
            <a:ext cx="8524568" cy="4616648"/>
          </a:xfrm>
          <a:prstGeom prst="rect">
            <a:avLst/>
          </a:prstGeom>
          <a:noFill/>
        </p:spPr>
        <p:txBody>
          <a:bodyPr wrap="square" rtlCol="0">
            <a:spAutoFit/>
          </a:bodyPr>
          <a:lstStyle/>
          <a:p>
            <a:r>
              <a:rPr lang="en-US" dirty="0">
                <a:solidFill>
                  <a:schemeClr val="bg1"/>
                </a:solidFill>
                <a:latin typeface="Arial Nova" panose="020F0502020204030204" pitchFamily="34" charset="0"/>
              </a:rPr>
              <a:t>#include &lt;</a:t>
            </a:r>
            <a:r>
              <a:rPr lang="en-US" dirty="0" err="1">
                <a:solidFill>
                  <a:schemeClr val="bg1"/>
                </a:solidFill>
                <a:latin typeface="Arial Nova" panose="020F0502020204030204" pitchFamily="34" charset="0"/>
              </a:rPr>
              <a:t>gtest</a:t>
            </a:r>
            <a:r>
              <a:rPr lang="en-US" dirty="0">
                <a:solidFill>
                  <a:schemeClr val="bg1"/>
                </a:solidFill>
                <a:latin typeface="Arial Nova" panose="020F0502020204030204" pitchFamily="34" charset="0"/>
              </a:rPr>
              <a:t>/</a:t>
            </a:r>
            <a:r>
              <a:rPr lang="en-US" dirty="0" err="1">
                <a:solidFill>
                  <a:schemeClr val="bg1"/>
                </a:solidFill>
                <a:latin typeface="Arial Nova" panose="020F0502020204030204" pitchFamily="34" charset="0"/>
              </a:rPr>
              <a:t>gtest.h</a:t>
            </a:r>
            <a:r>
              <a:rPr lang="en-US" dirty="0">
                <a:solidFill>
                  <a:schemeClr val="bg1"/>
                </a:solidFill>
                <a:latin typeface="Arial Nova" panose="020F0502020204030204" pitchFamily="34" charset="0"/>
              </a:rPr>
              <a:t>&gt;</a:t>
            </a:r>
          </a:p>
          <a:p>
            <a:r>
              <a:rPr lang="en-US" dirty="0">
                <a:solidFill>
                  <a:schemeClr val="bg1"/>
                </a:solidFill>
                <a:latin typeface="Arial Nova" panose="020F0502020204030204" pitchFamily="34" charset="0"/>
              </a:rPr>
              <a:t>#include &lt;</a:t>
            </a:r>
            <a:r>
              <a:rPr lang="en-US" dirty="0" err="1">
                <a:solidFill>
                  <a:schemeClr val="bg1"/>
                </a:solidFill>
                <a:latin typeface="Arial Nova" panose="020F0502020204030204" pitchFamily="34" charset="0"/>
              </a:rPr>
              <a:t>stdlib.h</a:t>
            </a:r>
            <a:r>
              <a:rPr lang="en-US" dirty="0">
                <a:solidFill>
                  <a:schemeClr val="bg1"/>
                </a:solidFill>
                <a:latin typeface="Arial Nova" panose="020F0502020204030204" pitchFamily="34" charset="0"/>
              </a:rPr>
              <a:t>&gt;</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struct node { int value; struct node *next; };</a:t>
            </a:r>
          </a:p>
          <a:p>
            <a:r>
              <a:rPr lang="en-US" dirty="0">
                <a:solidFill>
                  <a:schemeClr val="bg1"/>
                </a:solidFill>
                <a:latin typeface="Arial Nova" panose="020F0502020204030204" pitchFamily="34" charset="0"/>
              </a:rPr>
              <a:t>void </a:t>
            </a:r>
            <a:r>
              <a:rPr lang="en-US" dirty="0" err="1">
                <a:solidFill>
                  <a:schemeClr val="bg1"/>
                </a:solidFill>
                <a:latin typeface="Arial Nova" panose="020F0502020204030204" pitchFamily="34" charset="0"/>
              </a:rPr>
              <a:t>free_list_compliant</a:t>
            </a:r>
            <a:r>
              <a:rPr lang="en-US" dirty="0">
                <a:solidFill>
                  <a:schemeClr val="bg1"/>
                </a:solidFill>
                <a:latin typeface="Arial Nova" panose="020F0502020204030204" pitchFamily="34" charset="0"/>
              </a:rPr>
              <a:t>(struct node *head) {</a:t>
            </a:r>
          </a:p>
          <a:p>
            <a:r>
              <a:rPr lang="en-US" dirty="0">
                <a:solidFill>
                  <a:schemeClr val="bg1"/>
                </a:solidFill>
                <a:latin typeface="Arial Nova" panose="020F0502020204030204" pitchFamily="34" charset="0"/>
              </a:rPr>
              <a:t>    struct node *q;   </a:t>
            </a:r>
          </a:p>
          <a:p>
            <a:r>
              <a:rPr lang="en-US" dirty="0">
                <a:solidFill>
                  <a:schemeClr val="bg1"/>
                </a:solidFill>
                <a:latin typeface="Arial Nova" panose="020F0502020204030204" pitchFamily="34" charset="0"/>
              </a:rPr>
              <a:t>    for (struct node *p = head; p != NULL; p = q) {     </a:t>
            </a:r>
          </a:p>
          <a:p>
            <a:r>
              <a:rPr lang="en-US" dirty="0">
                <a:solidFill>
                  <a:schemeClr val="bg1"/>
                </a:solidFill>
                <a:latin typeface="Arial Nova" panose="020F0502020204030204" pitchFamily="34" charset="0"/>
              </a:rPr>
              <a:t>        q = p-&gt;next; // Safe: Reference saved in q BEFORE freeing p</a:t>
            </a:r>
          </a:p>
          <a:p>
            <a:r>
              <a:rPr lang="en-US" dirty="0">
                <a:solidFill>
                  <a:schemeClr val="bg1"/>
                </a:solidFill>
                <a:latin typeface="Arial Nova" panose="020F0502020204030204" pitchFamily="34" charset="0"/>
              </a:rPr>
              <a:t>        free(p);   </a:t>
            </a:r>
          </a:p>
          <a:p>
            <a:r>
              <a:rPr lang="en-US" dirty="0">
                <a:solidFill>
                  <a:schemeClr val="bg1"/>
                </a:solidFill>
                <a:latin typeface="Arial Nova" panose="020F0502020204030204" pitchFamily="34" charset="0"/>
              </a:rPr>
              <a:t>    } </a:t>
            </a:r>
          </a:p>
          <a:p>
            <a:r>
              <a:rPr lang="en-US" dirty="0">
                <a:solidFill>
                  <a:schemeClr val="bg1"/>
                </a:solidFill>
                <a:latin typeface="Arial Nova" panose="020F0502020204030204" pitchFamily="34" charset="0"/>
              </a:rPr>
              <a:t>}</a:t>
            </a:r>
          </a:p>
          <a:p>
            <a:r>
              <a:rPr lang="en-US" dirty="0">
                <a:solidFill>
                  <a:schemeClr val="bg1"/>
                </a:solidFill>
                <a:latin typeface="Arial Nova" panose="020F0502020204030204" pitchFamily="34" charset="0"/>
              </a:rPr>
              <a:t>TEST(</a:t>
            </a:r>
            <a:r>
              <a:rPr lang="en-US" dirty="0" err="1">
                <a:solidFill>
                  <a:schemeClr val="bg1"/>
                </a:solidFill>
                <a:latin typeface="Arial Nova" panose="020F0502020204030204" pitchFamily="34" charset="0"/>
              </a:rPr>
              <a:t>MemorySafetySuite</a:t>
            </a:r>
            <a:r>
              <a:rPr lang="en-US" dirty="0">
                <a:solidFill>
                  <a:schemeClr val="bg1"/>
                </a:solidFill>
                <a:latin typeface="Arial Nova" panose="020F0502020204030204" pitchFamily="34" charset="0"/>
              </a:rPr>
              <a:t>, Test4_Positive_SafeListDeallocation) {</a:t>
            </a:r>
          </a:p>
          <a:p>
            <a:r>
              <a:rPr lang="en-US" dirty="0">
                <a:solidFill>
                  <a:schemeClr val="bg1"/>
                </a:solidFill>
                <a:latin typeface="Arial Nova" panose="020F0502020204030204" pitchFamily="34" charset="0"/>
              </a:rPr>
              <a:t>    struct node *head = (struct node*)malloc(</a:t>
            </a:r>
            <a:r>
              <a:rPr lang="en-US" dirty="0" err="1">
                <a:solidFill>
                  <a:schemeClr val="bg1"/>
                </a:solidFill>
                <a:latin typeface="Arial Nova" panose="020F0502020204030204" pitchFamily="34" charset="0"/>
              </a:rPr>
              <a:t>sizeof</a:t>
            </a:r>
            <a:r>
              <a:rPr lang="en-US" dirty="0">
                <a:solidFill>
                  <a:schemeClr val="bg1"/>
                </a:solidFill>
                <a:latin typeface="Arial Nova" panose="020F0502020204030204" pitchFamily="34" charset="0"/>
              </a:rPr>
              <a:t>(struct node));</a:t>
            </a:r>
          </a:p>
          <a:p>
            <a:r>
              <a:rPr lang="en-US" dirty="0">
                <a:solidFill>
                  <a:schemeClr val="bg1"/>
                </a:solidFill>
                <a:latin typeface="Arial Nova" panose="020F0502020204030204" pitchFamily="34" charset="0"/>
              </a:rPr>
              <a:t>    head-&gt;value = 1; head-&gt;next = (struct node*)malloc(</a:t>
            </a:r>
            <a:r>
              <a:rPr lang="en-US" dirty="0" err="1">
                <a:solidFill>
                  <a:schemeClr val="bg1"/>
                </a:solidFill>
                <a:latin typeface="Arial Nova" panose="020F0502020204030204" pitchFamily="34" charset="0"/>
              </a:rPr>
              <a:t>sizeof</a:t>
            </a:r>
            <a:r>
              <a:rPr lang="en-US" dirty="0">
                <a:solidFill>
                  <a:schemeClr val="bg1"/>
                </a:solidFill>
                <a:latin typeface="Arial Nova" panose="020F0502020204030204" pitchFamily="34" charset="0"/>
              </a:rPr>
              <a:t>(struct node));</a:t>
            </a:r>
          </a:p>
          <a:p>
            <a:r>
              <a:rPr lang="en-US" dirty="0">
                <a:solidFill>
                  <a:schemeClr val="bg1"/>
                </a:solidFill>
                <a:latin typeface="Arial Nova" panose="020F0502020204030204" pitchFamily="34" charset="0"/>
              </a:rPr>
              <a:t>    head-&gt;next-&gt;value = 2; head-&gt;next-&gt;next = NULL;</a:t>
            </a:r>
          </a:p>
          <a:p>
            <a:endParaRPr lang="en-US" dirty="0">
              <a:solidFill>
                <a:schemeClr val="bg1"/>
              </a:solidFill>
              <a:latin typeface="Arial Nova" panose="020F0502020204030204" pitchFamily="34" charset="0"/>
            </a:endParaRPr>
          </a:p>
          <a:p>
            <a:r>
              <a:rPr lang="en-US" dirty="0">
                <a:solidFill>
                  <a:schemeClr val="bg1"/>
                </a:solidFill>
                <a:latin typeface="Arial Nova" panose="020F0502020204030204" pitchFamily="34" charset="0"/>
              </a:rPr>
              <a:t>    // Compliant function executes cleanly: Temp variable 'q' preserves traversal</a:t>
            </a:r>
          </a:p>
          <a:p>
            <a:r>
              <a:rPr lang="en-US" dirty="0">
                <a:solidFill>
                  <a:schemeClr val="bg1"/>
                </a:solidFill>
                <a:latin typeface="Arial Nova" panose="020F0502020204030204" pitchFamily="34" charset="0"/>
              </a:rPr>
              <a:t>    </a:t>
            </a:r>
            <a:r>
              <a:rPr lang="en-US" dirty="0" err="1">
                <a:solidFill>
                  <a:schemeClr val="bg1"/>
                </a:solidFill>
                <a:latin typeface="Arial Nova" panose="020F0502020204030204" pitchFamily="34" charset="0"/>
              </a:rPr>
              <a:t>free_list_compliant</a:t>
            </a:r>
            <a:r>
              <a:rPr lang="en-US" dirty="0">
                <a:solidFill>
                  <a:schemeClr val="bg1"/>
                </a:solidFill>
                <a:latin typeface="Arial Nova" panose="020F0502020204030204" pitchFamily="34" charset="0"/>
              </a:rPr>
              <a:t>(head);</a:t>
            </a:r>
          </a:p>
          <a:p>
            <a:endParaRPr lang="en-US" dirty="0">
              <a:solidFill>
                <a:schemeClr val="bg1"/>
              </a:solidFill>
              <a:latin typeface="Arial Nova" panose="020F0502020204030204" pitchFamily="34" charset="0"/>
            </a:endParaRPr>
          </a:p>
          <a:p>
            <a:r>
              <a:rPr lang="en-US" dirty="0">
                <a:solidFill>
                  <a:srgbClr val="CCFF99"/>
                </a:solidFill>
                <a:latin typeface="Arial Nova" panose="020F0502020204030204" pitchFamily="34" charset="0"/>
              </a:rPr>
              <a:t>    SUCCEED(); // RESULT: Passes! Clean deallocation with zero memory errors.</a:t>
            </a:r>
          </a:p>
          <a:p>
            <a:r>
              <a:rPr lang="en-US" dirty="0">
                <a:solidFill>
                  <a:schemeClr val="bg1"/>
                </a:solidFill>
                <a:latin typeface="Arial Nova" panose="020F0502020204030204" pitchFamily="34" charset="0"/>
              </a:rPr>
              <a:t>}</a:t>
            </a:r>
          </a:p>
        </p:txBody>
      </p:sp>
    </p:spTree>
    <p:custDataLst>
      <p:tags r:id="rId1"/>
    </p:custDataLst>
    <p:extLst>
      <p:ext uri="{BB962C8B-B14F-4D97-AF65-F5344CB8AC3E}">
        <p14:creationId xmlns:p14="http://schemas.microsoft.com/office/powerpoint/2010/main" val="287272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7647595" y="327493"/>
            <a:ext cx="344932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AUTOMATION SUMMARY</a:t>
            </a:r>
            <a:endParaRPr dirty="0"/>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tretch/>
        </p:blipFill>
        <p:spPr>
          <a:xfrm>
            <a:off x="661186" y="1531891"/>
            <a:ext cx="9549128" cy="482418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0210314" y="520684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422787" y="410651"/>
            <a:ext cx="1135626" cy="39329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ts val="4000"/>
              <a:buFont typeface="Century Gothic"/>
              <a:buNone/>
            </a:pPr>
            <a:r>
              <a:rPr lang="en-US" b="1" dirty="0">
                <a:latin typeface="Barlow Semi Condensed" panose="00000506000000000000" pitchFamily="2" charset="0"/>
              </a:rPr>
              <a:t>TOOLS</a:t>
            </a:r>
            <a:endParaRPr b="1" dirty="0">
              <a:latin typeface="Barlow Semi Condensed" panose="00000506000000000000" pitchFamily="2" charset="0"/>
            </a:endParaRPr>
          </a:p>
        </p:txBody>
      </p:sp>
      <p:pic>
        <p:nvPicPr>
          <p:cNvPr id="211" name="Google Shape;211;p10" descr="Green Pace logo"/>
          <p:cNvPicPr preferRelativeResize="0"/>
          <p:nvPr/>
        </p:nvPicPr>
        <p:blipFill>
          <a:blip r:embed="rId4">
            <a:alphaModFix/>
          </a:blip>
          <a:stretch>
            <a:fillRect/>
          </a:stretch>
        </p:blipFill>
        <p:spPr>
          <a:xfrm>
            <a:off x="10882612" y="334251"/>
            <a:ext cx="886601" cy="1149225"/>
          </a:xfrm>
          <a:prstGeom prst="rect">
            <a:avLst/>
          </a:prstGeom>
          <a:noFill/>
          <a:ln>
            <a:noFill/>
          </a:ln>
        </p:spPr>
      </p:pic>
      <p:sp>
        <p:nvSpPr>
          <p:cNvPr id="4" name="TextBox 3">
            <a:extLst>
              <a:ext uri="{FF2B5EF4-FFF2-40B4-BE49-F238E27FC236}">
                <a16:creationId xmlns:a16="http://schemas.microsoft.com/office/drawing/2014/main" id="{58062DA9-81C9-0ECB-3FD4-246C78FB203F}"/>
              </a:ext>
            </a:extLst>
          </p:cNvPr>
          <p:cNvSpPr txBox="1"/>
          <p:nvPr/>
        </p:nvSpPr>
        <p:spPr>
          <a:xfrm>
            <a:off x="98323" y="908864"/>
            <a:ext cx="10661287" cy="1200329"/>
          </a:xfrm>
          <a:prstGeom prst="rect">
            <a:avLst/>
          </a:prstGeom>
          <a:noFill/>
        </p:spPr>
        <p:txBody>
          <a:bodyPr wrap="square" rtlCol="0">
            <a:spAutoFit/>
          </a:bodyPr>
          <a:lstStyle/>
          <a:p>
            <a:r>
              <a:rPr lang="en-US" sz="1800" dirty="0">
                <a:latin typeface="Barlow Semi Condensed" panose="00000506000000000000" pitchFamily="2" charset="0"/>
              </a:rPr>
              <a:t>A </a:t>
            </a:r>
            <a:r>
              <a:rPr lang="en-US" sz="1800" dirty="0" err="1">
                <a:latin typeface="Barlow Semi Condensed" panose="00000506000000000000" pitchFamily="2" charset="0"/>
              </a:rPr>
              <a:t>DevSecOps</a:t>
            </a:r>
            <a:r>
              <a:rPr lang="en-US" sz="1800" dirty="0">
                <a:latin typeface="Barlow Semi Condensed" panose="00000506000000000000" pitchFamily="2" charset="0"/>
              </a:rPr>
              <a:t> pipeline integrates security directly within the DevOps process to automate security checks and embed protection at every stage of development. It replaces traditional end-stage security with a collaborative model across development, operations, and security teams, shifting security left to detect and fix vulnerabilities early when remediation is significantly cheaper and faster.</a:t>
            </a:r>
          </a:p>
        </p:txBody>
      </p:sp>
      <p:sp>
        <p:nvSpPr>
          <p:cNvPr id="5" name="Rectangle 4">
            <a:extLst>
              <a:ext uri="{FF2B5EF4-FFF2-40B4-BE49-F238E27FC236}">
                <a16:creationId xmlns:a16="http://schemas.microsoft.com/office/drawing/2014/main" id="{9A718A68-6BCF-9BE4-BCDA-A711B6D33C15}"/>
              </a:ext>
            </a:extLst>
          </p:cNvPr>
          <p:cNvSpPr/>
          <p:nvPr/>
        </p:nvSpPr>
        <p:spPr>
          <a:xfrm>
            <a:off x="-1" y="2257742"/>
            <a:ext cx="12192001" cy="2117162"/>
          </a:xfrm>
          <a:prstGeom prst="rect">
            <a:avLst/>
          </a:prstGeom>
          <a:solidFill>
            <a:srgbClr val="0F4A36"/>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Barlow Semi Condensed" panose="00000506000000000000" pitchFamily="2" charset="0"/>
            </a:endParaRPr>
          </a:p>
        </p:txBody>
      </p:sp>
      <p:sp>
        <p:nvSpPr>
          <p:cNvPr id="6" name="Rectangle 5">
            <a:extLst>
              <a:ext uri="{FF2B5EF4-FFF2-40B4-BE49-F238E27FC236}">
                <a16:creationId xmlns:a16="http://schemas.microsoft.com/office/drawing/2014/main" id="{AC725C34-0AE1-7A94-0D05-68A716D2A605}"/>
              </a:ext>
            </a:extLst>
          </p:cNvPr>
          <p:cNvSpPr/>
          <p:nvPr/>
        </p:nvSpPr>
        <p:spPr>
          <a:xfrm>
            <a:off x="0" y="4479826"/>
            <a:ext cx="12192001" cy="21979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Barlow Semi Condensed" panose="00000506000000000000" pitchFamily="2" charset="0"/>
            </a:endParaRPr>
          </a:p>
        </p:txBody>
      </p:sp>
      <p:sp>
        <p:nvSpPr>
          <p:cNvPr id="7" name="TextBox 6">
            <a:extLst>
              <a:ext uri="{FF2B5EF4-FFF2-40B4-BE49-F238E27FC236}">
                <a16:creationId xmlns:a16="http://schemas.microsoft.com/office/drawing/2014/main" id="{B0FDCB0F-5807-8030-9B1A-C1BFD1E363CF}"/>
              </a:ext>
            </a:extLst>
          </p:cNvPr>
          <p:cNvSpPr txBox="1"/>
          <p:nvPr/>
        </p:nvSpPr>
        <p:spPr>
          <a:xfrm>
            <a:off x="98323" y="2152820"/>
            <a:ext cx="12093677" cy="1983235"/>
          </a:xfrm>
          <a:prstGeom prst="rect">
            <a:avLst/>
          </a:prstGeom>
          <a:noFill/>
        </p:spPr>
        <p:txBody>
          <a:bodyPr wrap="square" rtlCol="0">
            <a:spAutoFit/>
          </a:bodyPr>
          <a:lstStyle/>
          <a:p>
            <a:pPr>
              <a:lnSpc>
                <a:spcPct val="200000"/>
              </a:lnSpc>
            </a:pPr>
            <a:r>
              <a:rPr lang="en-US" sz="1800" b="1" dirty="0">
                <a:solidFill>
                  <a:schemeClr val="bg1"/>
                </a:solidFill>
                <a:latin typeface="Barlow Semi Condensed" panose="00000506000000000000" pitchFamily="2" charset="0"/>
              </a:rPr>
              <a:t>Pre-Production Phase (Dev):</a:t>
            </a:r>
          </a:p>
          <a:p>
            <a:pPr lvl="0">
              <a:lnSpc>
                <a:spcPct val="150000"/>
              </a:lnSpc>
            </a:pPr>
            <a:r>
              <a:rPr lang="en-US" sz="1500" b="1" dirty="0">
                <a:solidFill>
                  <a:schemeClr val="bg1"/>
                </a:solidFill>
                <a:latin typeface="Barlow Semi Condensed" panose="00000506000000000000" pitchFamily="2" charset="0"/>
              </a:rPr>
              <a:t>Design &amp; Build</a:t>
            </a:r>
            <a:r>
              <a:rPr lang="en-US" sz="1500" dirty="0">
                <a:solidFill>
                  <a:schemeClr val="bg1"/>
                </a:solidFill>
                <a:latin typeface="Barlow Semi Condensed" panose="00000506000000000000" pitchFamily="2" charset="0"/>
              </a:rPr>
              <a:t>: Developers use SCM tools like Git or GitLab with IDE security plugins and pre-commit hooks to receive real-time feedback on secure coding standards and credential exposure. Compilers run with strict flags (-Wall -</a:t>
            </a:r>
            <a:r>
              <a:rPr lang="en-US" sz="1500" dirty="0" err="1">
                <a:solidFill>
                  <a:schemeClr val="bg1"/>
                </a:solidFill>
                <a:latin typeface="Barlow Semi Condensed" panose="00000506000000000000" pitchFamily="2" charset="0"/>
              </a:rPr>
              <a:t>Werror</a:t>
            </a:r>
            <a:r>
              <a:rPr lang="en-US" sz="1500" dirty="0">
                <a:solidFill>
                  <a:schemeClr val="bg1"/>
                </a:solidFill>
                <a:latin typeface="Barlow Semi Condensed" panose="00000506000000000000" pitchFamily="2" charset="0"/>
              </a:rPr>
              <a:t>) to treat all warnings as compilation errors. </a:t>
            </a:r>
          </a:p>
          <a:p>
            <a:pPr lvl="0">
              <a:lnSpc>
                <a:spcPct val="150000"/>
              </a:lnSpc>
            </a:pPr>
            <a:r>
              <a:rPr lang="en-US" sz="1500" b="1" dirty="0">
                <a:solidFill>
                  <a:schemeClr val="bg1"/>
                </a:solidFill>
                <a:latin typeface="Barlow Semi Condensed" panose="00000506000000000000" pitchFamily="2" charset="0"/>
              </a:rPr>
              <a:t>Verify &amp; Test</a:t>
            </a:r>
            <a:r>
              <a:rPr lang="en-US" sz="1500" dirty="0">
                <a:solidFill>
                  <a:schemeClr val="bg1"/>
                </a:solidFill>
                <a:latin typeface="Barlow Semi Condensed" panose="00000506000000000000" pitchFamily="2" charset="0"/>
              </a:rPr>
              <a:t>: Continuous Integration (CI) runners execute automated security testing, including Static Application Security Testing (SAST) tools like </a:t>
            </a:r>
            <a:r>
              <a:rPr lang="en-US" sz="1500" dirty="0" err="1">
                <a:solidFill>
                  <a:schemeClr val="bg1"/>
                </a:solidFill>
                <a:latin typeface="Barlow Semi Condensed" panose="00000506000000000000" pitchFamily="2" charset="0"/>
              </a:rPr>
              <a:t>Cppcheck</a:t>
            </a:r>
            <a:r>
              <a:rPr lang="en-US" sz="1500" dirty="0">
                <a:solidFill>
                  <a:schemeClr val="bg1"/>
                </a:solidFill>
                <a:latin typeface="Barlow Semi Condensed" panose="00000506000000000000" pitchFamily="2" charset="0"/>
              </a:rPr>
              <a:t>, Coverity, and </a:t>
            </a:r>
            <a:r>
              <a:rPr lang="en-US" sz="1500" dirty="0" err="1">
                <a:solidFill>
                  <a:schemeClr val="bg1"/>
                </a:solidFill>
                <a:latin typeface="Barlow Semi Condensed" panose="00000506000000000000" pitchFamily="2" charset="0"/>
              </a:rPr>
              <a:t>Polyspace</a:t>
            </a:r>
            <a:r>
              <a:rPr lang="en-US" sz="1500" dirty="0">
                <a:solidFill>
                  <a:schemeClr val="bg1"/>
                </a:solidFill>
                <a:latin typeface="Barlow Semi Condensed" panose="00000506000000000000" pitchFamily="2" charset="0"/>
              </a:rPr>
              <a:t>, along with Software Composition Analysis (SCA) to check open-source dependencies before code merges. </a:t>
            </a:r>
          </a:p>
        </p:txBody>
      </p:sp>
      <p:sp>
        <p:nvSpPr>
          <p:cNvPr id="8" name="TextBox 7">
            <a:extLst>
              <a:ext uri="{FF2B5EF4-FFF2-40B4-BE49-F238E27FC236}">
                <a16:creationId xmlns:a16="http://schemas.microsoft.com/office/drawing/2014/main" id="{97870CAD-3445-C09B-9A00-75BA47017046}"/>
              </a:ext>
            </a:extLst>
          </p:cNvPr>
          <p:cNvSpPr txBox="1"/>
          <p:nvPr/>
        </p:nvSpPr>
        <p:spPr>
          <a:xfrm>
            <a:off x="98325" y="4479826"/>
            <a:ext cx="11906864" cy="2309607"/>
          </a:xfrm>
          <a:prstGeom prst="rect">
            <a:avLst/>
          </a:prstGeom>
          <a:noFill/>
        </p:spPr>
        <p:txBody>
          <a:bodyPr wrap="square" rtlCol="0">
            <a:spAutoFit/>
          </a:bodyPr>
          <a:lstStyle/>
          <a:p>
            <a:pPr>
              <a:lnSpc>
                <a:spcPct val="200000"/>
              </a:lnSpc>
            </a:pPr>
            <a:r>
              <a:rPr lang="en-US" sz="1800" b="1" dirty="0">
                <a:solidFill>
                  <a:schemeClr val="tx2">
                    <a:lumMod val="25000"/>
                  </a:schemeClr>
                </a:solidFill>
                <a:latin typeface="Barlow Semi Condensed" panose="00000506000000000000" pitchFamily="2" charset="0"/>
              </a:rPr>
              <a:t>Production Phase (Ops):</a:t>
            </a:r>
          </a:p>
          <a:p>
            <a:pPr>
              <a:lnSpc>
                <a:spcPct val="150000"/>
              </a:lnSpc>
            </a:pPr>
            <a:r>
              <a:rPr lang="en-US" sz="1500" b="1" dirty="0">
                <a:solidFill>
                  <a:schemeClr val="tx2">
                    <a:lumMod val="25000"/>
                  </a:schemeClr>
                </a:solidFill>
                <a:latin typeface="Barlow Semi Condensed" panose="00000506000000000000" pitchFamily="2" charset="0"/>
              </a:rPr>
              <a:t>Transition &amp; Deploy: </a:t>
            </a:r>
            <a:r>
              <a:rPr lang="en-US" sz="1500" dirty="0">
                <a:solidFill>
                  <a:schemeClr val="tx2">
                    <a:lumMod val="25000"/>
                  </a:schemeClr>
                </a:solidFill>
                <a:latin typeface="Barlow Semi Condensed" panose="00000506000000000000" pitchFamily="2" charset="0"/>
              </a:rPr>
              <a:t>Continuous Delivery (CD) engines automate deployment using Infrastructure as Code (</a:t>
            </a:r>
            <a:r>
              <a:rPr lang="en-US" sz="1500" dirty="0" err="1">
                <a:solidFill>
                  <a:schemeClr val="tx2">
                    <a:lumMod val="25000"/>
                  </a:schemeClr>
                </a:solidFill>
                <a:latin typeface="Barlow Semi Condensed" panose="00000506000000000000" pitchFamily="2" charset="0"/>
              </a:rPr>
              <a:t>IaC</a:t>
            </a:r>
            <a:r>
              <a:rPr lang="en-US" sz="1500" dirty="0">
                <a:solidFill>
                  <a:schemeClr val="tx2">
                    <a:lumMod val="25000"/>
                  </a:schemeClr>
                </a:solidFill>
                <a:latin typeface="Barlow Semi Condensed" panose="00000506000000000000" pitchFamily="2" charset="0"/>
              </a:rPr>
              <a:t>) templates, validating server and container configurations against baseline policies. Secrets management tools like </a:t>
            </a:r>
            <a:r>
              <a:rPr lang="en-US" sz="1500" dirty="0" err="1">
                <a:solidFill>
                  <a:schemeClr val="tx2">
                    <a:lumMod val="25000"/>
                  </a:schemeClr>
                </a:solidFill>
                <a:latin typeface="Barlow Semi Condensed" panose="00000506000000000000" pitchFamily="2" charset="0"/>
              </a:rPr>
              <a:t>HashiCorp</a:t>
            </a:r>
            <a:r>
              <a:rPr lang="en-US" sz="1500" dirty="0">
                <a:solidFill>
                  <a:schemeClr val="tx2">
                    <a:lumMod val="25000"/>
                  </a:schemeClr>
                </a:solidFill>
                <a:latin typeface="Barlow Semi Condensed" panose="00000506000000000000" pitchFamily="2" charset="0"/>
              </a:rPr>
              <a:t> Vault dynamically handle credentials to eliminate hardcoded secrets. </a:t>
            </a:r>
          </a:p>
          <a:p>
            <a:pPr>
              <a:lnSpc>
                <a:spcPct val="150000"/>
              </a:lnSpc>
            </a:pPr>
            <a:r>
              <a:rPr lang="en-US" sz="1500" b="1" dirty="0">
                <a:solidFill>
                  <a:schemeClr val="tx2">
                    <a:lumMod val="25000"/>
                  </a:schemeClr>
                </a:solidFill>
                <a:latin typeface="Barlow Semi Condensed" panose="00000506000000000000" pitchFamily="2" charset="0"/>
              </a:rPr>
              <a:t>Monitor &amp; Respond: </a:t>
            </a:r>
            <a:r>
              <a:rPr lang="en-US" sz="1500" dirty="0">
                <a:solidFill>
                  <a:schemeClr val="tx2">
                    <a:lumMod val="25000"/>
                  </a:schemeClr>
                </a:solidFill>
                <a:latin typeface="Barlow Semi Condensed" panose="00000506000000000000" pitchFamily="2" charset="0"/>
              </a:rPr>
              <a:t>SIEM, intrusion detection systems, and monitoring tools like Prometheus and Splunk continuously track live application performance, logging events and detecting anomalies for real-time incident response. </a:t>
            </a:r>
          </a:p>
          <a:p>
            <a:pPr>
              <a:lnSpc>
                <a:spcPct val="150000"/>
              </a:lnSpc>
            </a:pPr>
            <a:endParaRPr lang="en-US" dirty="0">
              <a:solidFill>
                <a:schemeClr val="tx2">
                  <a:lumMod val="25000"/>
                </a:schemeClr>
              </a:solidFill>
              <a:latin typeface="Barlow Semi Condensed" panose="00000506000000000000" pitchFamily="2"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513686" y="431469"/>
            <a:ext cx="3551903" cy="6685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Century Gothic"/>
              <a:buNone/>
            </a:pPr>
            <a:r>
              <a:rPr lang="en-US" b="1" dirty="0">
                <a:latin typeface="Barlow Semi Condensed" panose="00000506000000000000" pitchFamily="2" charset="0"/>
              </a:rPr>
              <a:t>RISKS AND BENEFITS</a:t>
            </a:r>
            <a:endParaRPr b="1" dirty="0">
              <a:latin typeface="Barlow Semi Condensed" panose="00000506000000000000" pitchFamily="2" charset="0"/>
            </a:endParaRPr>
          </a:p>
        </p:txBody>
      </p:sp>
      <p:pic>
        <p:nvPicPr>
          <p:cNvPr id="218" name="Google Shape;218;p11" descr="Green Pace logo"/>
          <p:cNvPicPr preferRelativeResize="0"/>
          <p:nvPr/>
        </p:nvPicPr>
        <p:blipFill>
          <a:blip r:embed="rId4">
            <a:alphaModFix/>
          </a:blip>
          <a:stretch>
            <a:fillRect/>
          </a:stretch>
        </p:blipFill>
        <p:spPr>
          <a:xfrm>
            <a:off x="10791713" y="5293416"/>
            <a:ext cx="886601" cy="1149225"/>
          </a:xfrm>
          <a:prstGeom prst="rect">
            <a:avLst/>
          </a:prstGeom>
          <a:noFill/>
          <a:ln>
            <a:noFill/>
          </a:ln>
        </p:spPr>
      </p:pic>
      <p:sp>
        <p:nvSpPr>
          <p:cNvPr id="4" name="TextBox 3">
            <a:extLst>
              <a:ext uri="{FF2B5EF4-FFF2-40B4-BE49-F238E27FC236}">
                <a16:creationId xmlns:a16="http://schemas.microsoft.com/office/drawing/2014/main" id="{332AC205-2E07-02B4-5DA0-D8AFA384E84B}"/>
              </a:ext>
            </a:extLst>
          </p:cNvPr>
          <p:cNvSpPr txBox="1"/>
          <p:nvPr/>
        </p:nvSpPr>
        <p:spPr>
          <a:xfrm>
            <a:off x="513686" y="1079249"/>
            <a:ext cx="10223139" cy="5218095"/>
          </a:xfrm>
          <a:prstGeom prst="rect">
            <a:avLst/>
          </a:prstGeom>
          <a:noFill/>
        </p:spPr>
        <p:txBody>
          <a:bodyPr wrap="square" rtlCol="0">
            <a:spAutoFit/>
          </a:bodyPr>
          <a:lstStyle/>
          <a:p>
            <a:pPr>
              <a:lnSpc>
                <a:spcPct val="150000"/>
              </a:lnSpc>
            </a:pPr>
            <a:r>
              <a:rPr lang="en-US" b="1" dirty="0">
                <a:solidFill>
                  <a:schemeClr val="tx2">
                    <a:lumMod val="25000"/>
                  </a:schemeClr>
                </a:solidFill>
                <a:latin typeface="Barlow Semi Condensed" panose="00000506000000000000" pitchFamily="2" charset="0"/>
              </a:rPr>
              <a:t>Core Problems</a:t>
            </a:r>
          </a:p>
          <a:p>
            <a:pPr>
              <a:lnSpc>
                <a:spcPct val="150000"/>
              </a:lnSpc>
            </a:pPr>
            <a:r>
              <a:rPr lang="en-US" dirty="0">
                <a:latin typeface="Barlow Semi Condensed" panose="00000506000000000000" pitchFamily="2" charset="0"/>
              </a:rPr>
              <a:t>Unwritten development habits and isolated security checks lead to undetected memory corruption, buffer overflows, and injection vulnerabilities slipping into production. The security policy addresses these problems by establishing standardized C/C++ coding rules, mandatory data encryption, Triple-A access governance, and automated CI/CD security quality gates.</a:t>
            </a:r>
            <a:br>
              <a:rPr lang="en-US" dirty="0">
                <a:latin typeface="Barlow Semi Condensed" panose="00000506000000000000" pitchFamily="2" charset="0"/>
              </a:rPr>
            </a:br>
            <a:endParaRPr lang="en-US" dirty="0">
              <a:latin typeface="Barlow Semi Condensed" panose="00000506000000000000" pitchFamily="2" charset="0"/>
            </a:endParaRPr>
          </a:p>
          <a:p>
            <a:pPr>
              <a:lnSpc>
                <a:spcPct val="150000"/>
              </a:lnSpc>
            </a:pPr>
            <a:r>
              <a:rPr lang="en-US" b="1" dirty="0">
                <a:solidFill>
                  <a:schemeClr val="tx2">
                    <a:lumMod val="25000"/>
                  </a:schemeClr>
                </a:solidFill>
                <a:latin typeface="Barlow Semi Condensed" panose="00000506000000000000" pitchFamily="2" charset="0"/>
              </a:rPr>
              <a:t>Acting Now vs. Later</a:t>
            </a:r>
          </a:p>
          <a:p>
            <a:pPr>
              <a:lnSpc>
                <a:spcPct val="150000"/>
              </a:lnSpc>
            </a:pPr>
            <a:r>
              <a:rPr lang="en-US" dirty="0">
                <a:latin typeface="Barlow Semi Condensed" panose="00000506000000000000" pitchFamily="2" charset="0"/>
              </a:rPr>
              <a:t>Acting now catches critical defects early in development, automating compliance and reducing remediation costs by up to thirty times compared to post-deployment fixes. Deciding to wait exposes companies to severe data breach risks, financial liabilities, regulatory non-compliance fines, and costly emergency patching. Real-world events like the 2013 Adobe data breach demonstrate how inadequate security controls and delayed enforcement can compromise over 150 million user records. The current policy focuses on application source code and runtime access but lacks automated scanning for open-source third-party dependencies. Risks of using this strategy include initial developer adaptation friction, potential build pipeline slowness from heavy automated scans, and false-positive alerts that can disrupt development velocity if not properly tuned.</a:t>
            </a:r>
            <a:br>
              <a:rPr lang="en-US" dirty="0">
                <a:latin typeface="Barlow Semi Condensed" panose="00000506000000000000" pitchFamily="2" charset="0"/>
              </a:rPr>
            </a:br>
            <a:endParaRPr lang="en-US" dirty="0">
              <a:latin typeface="Barlow Semi Condensed" panose="00000506000000000000" pitchFamily="2" charset="0"/>
            </a:endParaRPr>
          </a:p>
          <a:p>
            <a:pPr>
              <a:lnSpc>
                <a:spcPct val="150000"/>
              </a:lnSpc>
            </a:pPr>
            <a:r>
              <a:rPr lang="en-US" b="1" dirty="0">
                <a:solidFill>
                  <a:schemeClr val="tx2">
                    <a:lumMod val="25000"/>
                  </a:schemeClr>
                </a:solidFill>
                <a:latin typeface="Barlow Semi Condensed" panose="00000506000000000000" pitchFamily="2" charset="0"/>
              </a:rPr>
              <a:t>Immediate Action Steps</a:t>
            </a:r>
          </a:p>
          <a:p>
            <a:pPr>
              <a:lnSpc>
                <a:spcPct val="150000"/>
              </a:lnSpc>
            </a:pPr>
            <a:r>
              <a:rPr lang="en-US" dirty="0">
                <a:latin typeface="Barlow Semi Condensed" panose="00000506000000000000" pitchFamily="2" charset="0"/>
              </a:rPr>
              <a:t>Integrate automated SAST tools into CI/CD pipelines to enforce build-blocking for Level 1 vulnerabilities, conduct mandatory team training on secure coding standards, and establish an automated exception workflows.</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511278" y="695547"/>
            <a:ext cx="3451123" cy="5531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Century Gothic"/>
              <a:buNone/>
            </a:pPr>
            <a:r>
              <a:rPr lang="en-US" b="1" dirty="0">
                <a:latin typeface="Barlow Semi Condensed" panose="00000506000000000000" pitchFamily="2" charset="0"/>
              </a:rPr>
              <a:t>RECOMMENDATIONS</a:t>
            </a:r>
            <a:endParaRPr b="1" dirty="0">
              <a:latin typeface="Barlow Semi Condensed" panose="00000506000000000000" pitchFamily="2" charset="0"/>
            </a:endParaRP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6" name="TextBox 5">
            <a:extLst>
              <a:ext uri="{FF2B5EF4-FFF2-40B4-BE49-F238E27FC236}">
                <a16:creationId xmlns:a16="http://schemas.microsoft.com/office/drawing/2014/main" id="{8F493809-2BD6-319E-F3BA-BFA5ACD1AEBD}"/>
              </a:ext>
            </a:extLst>
          </p:cNvPr>
          <p:cNvSpPr txBox="1"/>
          <p:nvPr/>
        </p:nvSpPr>
        <p:spPr>
          <a:xfrm>
            <a:off x="511278" y="1248697"/>
            <a:ext cx="10572796" cy="5581015"/>
          </a:xfrm>
          <a:prstGeom prst="rect">
            <a:avLst/>
          </a:prstGeom>
          <a:noFill/>
        </p:spPr>
        <p:txBody>
          <a:bodyPr wrap="square" rtlCol="0">
            <a:spAutoFit/>
          </a:bodyPr>
          <a:lstStyle/>
          <a:p>
            <a:pPr>
              <a:lnSpc>
                <a:spcPct val="150000"/>
              </a:lnSpc>
            </a:pPr>
            <a:r>
              <a:rPr lang="en-US" sz="1600" dirty="0">
                <a:latin typeface="Barlow Semi Condensed" panose="00000506000000000000" pitchFamily="2" charset="0"/>
              </a:rPr>
              <a:t>A thorough gap analysis of our existing Green Pace Security Policy Guide reveals two critical operational areas that require immediate expansion. First, while our policy provides strong coverage for internal C/C++ source code through static analysis, it lacks automated Software Composition Analysis (SCA) to identify vulnerabilities in third-party and open-source dependencies. Real-world incidents, such as the 2021 Apache Log4j crisis, demonstrate that unmonitored upstream libraries can compromise even the most securely written proprietary code. To close this gap, Green Pace must integrate automated dependency scanning using tools like OWASP Dependency-Check into our CI/CD pipeline to generate a dynamic Software Bill of Materials (SBOM) and block builds containing known CVEs.</a:t>
            </a:r>
          </a:p>
          <a:p>
            <a:pPr>
              <a:lnSpc>
                <a:spcPct val="150000"/>
              </a:lnSpc>
            </a:pPr>
            <a:endParaRPr lang="en-US" sz="1600" dirty="0">
              <a:latin typeface="Barlow Semi Condensed" panose="00000506000000000000" pitchFamily="2" charset="0"/>
            </a:endParaRPr>
          </a:p>
          <a:p>
            <a:pPr>
              <a:lnSpc>
                <a:spcPct val="150000"/>
              </a:lnSpc>
            </a:pPr>
            <a:r>
              <a:rPr lang="en-US" sz="1600" dirty="0">
                <a:latin typeface="Barlow Semi Condensed" panose="00000506000000000000" pitchFamily="2" charset="0"/>
              </a:rPr>
              <a:t>Second, the current policy lacks centralized, automated secrets management, relying on developer discipline to avoid committing hardcoded API tokens, database credentials, or private cryptographic keys into version control. Accidental leaks in source repositories remain a leading vector for cloud infrastructure compromise. To remediate this gap, Green Pace must adopt centralized secrets management tools, such as </a:t>
            </a:r>
            <a:r>
              <a:rPr lang="en-US" sz="1600" dirty="0" err="1">
                <a:latin typeface="Barlow Semi Condensed" panose="00000506000000000000" pitchFamily="2" charset="0"/>
              </a:rPr>
              <a:t>HashiCorp</a:t>
            </a:r>
            <a:r>
              <a:rPr lang="en-US" sz="1600" dirty="0">
                <a:latin typeface="Barlow Semi Condensed" panose="00000506000000000000" pitchFamily="2" charset="0"/>
              </a:rPr>
              <a:t> Vault, alongside automated git pre-commit hooks like </a:t>
            </a:r>
            <a:r>
              <a:rPr lang="en-US" sz="1600" dirty="0" err="1">
                <a:latin typeface="Barlow Semi Condensed" panose="00000506000000000000" pitchFamily="2" charset="0"/>
              </a:rPr>
              <a:t>GitGuardian</a:t>
            </a:r>
            <a:r>
              <a:rPr lang="en-US" sz="1600" dirty="0">
                <a:latin typeface="Barlow Semi Condensed" panose="00000506000000000000" pitchFamily="2" charset="0"/>
              </a:rPr>
              <a:t>. This ensures credentials are injected dynamically at runtime rather than stored within codebases, creating a comprehensive, end-to-end security posture.</a:t>
            </a:r>
          </a:p>
          <a:p>
            <a:pPr>
              <a:lnSpc>
                <a:spcPct val="150000"/>
              </a:lnSpc>
            </a:pPr>
            <a:endParaRPr lang="en-US" sz="1600" dirty="0">
              <a:latin typeface="Barlow Semi Condensed" panose="00000506000000000000" pitchFamily="2"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D1FFB354-8006-2476-0727-070D989C1104}"/>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3C90691B-B7D5-78B0-290A-FD034DC56CDB}"/>
              </a:ext>
            </a:extLst>
          </p:cNvPr>
          <p:cNvSpPr txBox="1">
            <a:spLocks noGrp="1"/>
          </p:cNvSpPr>
          <p:nvPr>
            <p:ph type="title"/>
          </p:nvPr>
        </p:nvSpPr>
        <p:spPr>
          <a:xfrm>
            <a:off x="639097" y="695547"/>
            <a:ext cx="3451123" cy="5531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Century Gothic"/>
              <a:buNone/>
            </a:pPr>
            <a:r>
              <a:rPr lang="en-US" b="1" dirty="0">
                <a:latin typeface="Barlow Semi Condensed" panose="00000506000000000000" pitchFamily="2" charset="0"/>
              </a:rPr>
              <a:t>CONCLUSIONS</a:t>
            </a:r>
            <a:endParaRPr b="1" dirty="0">
              <a:latin typeface="Barlow Semi Condensed" panose="00000506000000000000" pitchFamily="2" charset="0"/>
            </a:endParaRPr>
          </a:p>
        </p:txBody>
      </p:sp>
      <p:pic>
        <p:nvPicPr>
          <p:cNvPr id="225" name="Google Shape;225;p12" descr="Green Pace logo">
            <a:extLst>
              <a:ext uri="{FF2B5EF4-FFF2-40B4-BE49-F238E27FC236}">
                <a16:creationId xmlns:a16="http://schemas.microsoft.com/office/drawing/2014/main" id="{0F49656D-CDC5-EA38-F2EB-36F6101C6E6A}"/>
              </a:ext>
            </a:extLst>
          </p:cNvPr>
          <p:cNvPicPr preferRelativeResize="0"/>
          <p:nvPr/>
        </p:nvPicPr>
        <p:blipFill>
          <a:blip r:embed="rId4">
            <a:alphaModFix/>
          </a:blip>
          <a:stretch>
            <a:fillRect/>
          </a:stretch>
        </p:blipFill>
        <p:spPr>
          <a:xfrm>
            <a:off x="10794121" y="5147103"/>
            <a:ext cx="886601" cy="1149225"/>
          </a:xfrm>
          <a:prstGeom prst="rect">
            <a:avLst/>
          </a:prstGeom>
          <a:noFill/>
          <a:ln>
            <a:noFill/>
          </a:ln>
        </p:spPr>
      </p:pic>
      <p:sp>
        <p:nvSpPr>
          <p:cNvPr id="6" name="TextBox 5">
            <a:extLst>
              <a:ext uri="{FF2B5EF4-FFF2-40B4-BE49-F238E27FC236}">
                <a16:creationId xmlns:a16="http://schemas.microsoft.com/office/drawing/2014/main" id="{D9F4D041-8825-6C70-C70E-DFA0F838D1D3}"/>
              </a:ext>
            </a:extLst>
          </p:cNvPr>
          <p:cNvSpPr txBox="1"/>
          <p:nvPr/>
        </p:nvSpPr>
        <p:spPr>
          <a:xfrm>
            <a:off x="639097" y="1689434"/>
            <a:ext cx="9350477" cy="3365024"/>
          </a:xfrm>
          <a:prstGeom prst="rect">
            <a:avLst/>
          </a:prstGeom>
          <a:noFill/>
        </p:spPr>
        <p:txBody>
          <a:bodyPr wrap="square" rtlCol="0">
            <a:spAutoFit/>
          </a:bodyPr>
          <a:lstStyle/>
          <a:p>
            <a:pPr>
              <a:lnSpc>
                <a:spcPct val="150000"/>
              </a:lnSpc>
            </a:pPr>
            <a:r>
              <a:rPr lang="en-US" sz="1600" dirty="0">
                <a:latin typeface="Barlow Semi Condensed" panose="00000506000000000000" pitchFamily="2" charset="0"/>
              </a:rPr>
              <a:t>Moving forward, our security engineering roadmap will formalize alignment with </a:t>
            </a:r>
            <a:r>
              <a:rPr lang="it-IT" sz="1600" dirty="0">
                <a:latin typeface="Barlow Semi Condensed" panose="00000506000000000000" pitchFamily="2" charset="0"/>
              </a:rPr>
              <a:t>MISRA C++ 2023 and SEI CERT C++ </a:t>
            </a:r>
            <a:r>
              <a:rPr lang="en-US" sz="1600" dirty="0">
                <a:latin typeface="Barlow Semi Condensed" panose="00000506000000000000" pitchFamily="2" charset="0"/>
              </a:rPr>
              <a:t> guidelines for safety-critical systems and the NIST Special Publication 800-218 Secure Software Development Framework (SSDF). Adopting NIST SP 800-218 provides structured recommendations for securing software production environments, protecting software from unauthorized tampering, and responding rapidly to newly discovered vulnerabilities.</a:t>
            </a:r>
          </a:p>
          <a:p>
            <a:pPr>
              <a:lnSpc>
                <a:spcPct val="150000"/>
              </a:lnSpc>
            </a:pPr>
            <a:endParaRPr lang="en-US" sz="1600" dirty="0">
              <a:latin typeface="Barlow Semi Condensed" panose="00000506000000000000" pitchFamily="2" charset="0"/>
            </a:endParaRPr>
          </a:p>
          <a:p>
            <a:pPr>
              <a:lnSpc>
                <a:spcPct val="150000"/>
              </a:lnSpc>
            </a:pPr>
            <a:r>
              <a:rPr lang="en-US" sz="1600" dirty="0">
                <a:latin typeface="Barlow Semi Condensed" panose="00000506000000000000" pitchFamily="2" charset="0"/>
              </a:rPr>
              <a:t>We will enforce SEI CERT C++ rules across all development modules using rule lookup tables integrated into compiler and static analysis suites. Evidence from real-world </a:t>
            </a:r>
            <a:r>
              <a:rPr lang="en-US" sz="1600" dirty="0" err="1">
                <a:latin typeface="Barlow Semi Condensed" panose="00000506000000000000" pitchFamily="2" charset="0"/>
              </a:rPr>
              <a:t>DevSecOps</a:t>
            </a:r>
            <a:r>
              <a:rPr lang="en-US" sz="1600" dirty="0">
                <a:latin typeface="Barlow Semi Condensed" panose="00000506000000000000" pitchFamily="2" charset="0"/>
              </a:rPr>
              <a:t> deployments proves that organizations aligning with NIST SP 800-218 and SEI CERT standards achieve significant reduction in post-release vulnerability reports.</a:t>
            </a:r>
          </a:p>
        </p:txBody>
      </p:sp>
    </p:spTree>
    <p:custDataLst>
      <p:tags r:id="rId1"/>
    </p:custDataLst>
    <p:extLst>
      <p:ext uri="{BB962C8B-B14F-4D97-AF65-F5344CB8AC3E}">
        <p14:creationId xmlns:p14="http://schemas.microsoft.com/office/powerpoint/2010/main" val="1613278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685799" y="403341"/>
            <a:ext cx="1853381" cy="6487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799" y="1052052"/>
            <a:ext cx="10398275" cy="5301725"/>
          </a:xfrm>
          <a:prstGeom prst="rect">
            <a:avLst/>
          </a:prstGeom>
          <a:noFill/>
          <a:ln>
            <a:noFill/>
          </a:ln>
        </p:spPr>
        <p:txBody>
          <a:bodyPr spcFirstLastPara="1" wrap="square" lIns="91425" tIns="45700" rIns="91425" bIns="45700" anchor="t" anchorCtr="0">
            <a:normAutofit/>
          </a:bodyPr>
          <a:lstStyle/>
          <a:p>
            <a:pPr>
              <a:lnSpc>
                <a:spcPct val="100000"/>
              </a:lnSpc>
              <a:buClr>
                <a:schemeClr val="tx1"/>
              </a:buClr>
              <a:buFont typeface="Wingdings" panose="05000000000000000000" pitchFamily="2" charset="2"/>
              <a:buChar char="q"/>
            </a:pPr>
            <a:r>
              <a:rPr lang="en-US" dirty="0"/>
              <a:t>Duality Technologies. (2026, May 23). </a:t>
            </a:r>
            <a:r>
              <a:rPr lang="en-US" i="1" dirty="0"/>
              <a:t>Data at Rest vs In Transit vs In Use: Encryption Guide (2026)</a:t>
            </a:r>
            <a:r>
              <a:rPr lang="en-US" dirty="0"/>
              <a:t>. Duality Technologies. </a:t>
            </a:r>
            <a:r>
              <a:rPr lang="en-US" dirty="0">
                <a:hlinkClick r:id="rId4"/>
              </a:rPr>
              <a:t>https://dualitytech.com/blog/data-at-rest-vs-in-transit-vs-in-use/</a:t>
            </a:r>
            <a:endParaRPr lang="en-US" dirty="0"/>
          </a:p>
          <a:p>
            <a:pPr>
              <a:lnSpc>
                <a:spcPct val="100000"/>
              </a:lnSpc>
              <a:buClr>
                <a:schemeClr val="tx1"/>
              </a:buClr>
              <a:buFont typeface="Wingdings" panose="05000000000000000000" pitchFamily="2" charset="2"/>
              <a:buChar char="q"/>
            </a:pPr>
            <a:r>
              <a:rPr lang="en-US" i="1" dirty="0"/>
              <a:t>IBM Aspera On Cloud</a:t>
            </a:r>
            <a:r>
              <a:rPr lang="en-US" dirty="0"/>
              <a:t>. (2026, August 13). </a:t>
            </a:r>
            <a:r>
              <a:rPr lang="en-US" dirty="0" err="1"/>
              <a:t>Ibm.Com</a:t>
            </a:r>
            <a:r>
              <a:rPr lang="en-US" dirty="0"/>
              <a:t>. </a:t>
            </a:r>
            <a:r>
              <a:rPr lang="en-US" dirty="0">
                <a:hlinkClick r:id="rId5"/>
              </a:rPr>
              <a:t>https://www.ibm.com/docs/en/aspera-on-cloud?topic=encryption-content-in-flight-rest</a:t>
            </a:r>
            <a:endParaRPr lang="en-US" dirty="0"/>
          </a:p>
          <a:p>
            <a:pPr>
              <a:lnSpc>
                <a:spcPct val="100000"/>
              </a:lnSpc>
              <a:buClr>
                <a:schemeClr val="tx1"/>
              </a:buClr>
              <a:buFont typeface="Wingdings" panose="05000000000000000000" pitchFamily="2" charset="2"/>
              <a:buChar char="q"/>
            </a:pPr>
            <a:r>
              <a:rPr lang="en-US" dirty="0" err="1"/>
              <a:t>cyber_pix</a:t>
            </a:r>
            <a:r>
              <a:rPr lang="en-US" dirty="0"/>
              <a:t>. (2024, June 28). </a:t>
            </a:r>
            <a:r>
              <a:rPr lang="en-US" i="1" dirty="0"/>
              <a:t>When to Threat Model: Proactive Security Throughout the SDLC</a:t>
            </a:r>
            <a:r>
              <a:rPr lang="en-US" dirty="0"/>
              <a:t>. Medium. </a:t>
            </a:r>
            <a:r>
              <a:rPr lang="en-US" dirty="0">
                <a:hlinkClick r:id="rId6"/>
              </a:rPr>
              <a:t>https://medium.com/@cdxlabs.abhiram/when-to-threat-model-proactive-security-throughout-the-sdlc-026cee0c5e0a</a:t>
            </a:r>
            <a:endParaRPr lang="en-US" dirty="0"/>
          </a:p>
          <a:p>
            <a:pPr>
              <a:lnSpc>
                <a:spcPct val="100000"/>
              </a:lnSpc>
              <a:buClr>
                <a:schemeClr val="tx1"/>
              </a:buClr>
              <a:buFont typeface="Wingdings" panose="05000000000000000000" pitchFamily="2" charset="2"/>
              <a:buChar char="q"/>
            </a:pPr>
            <a:r>
              <a:rPr lang="en-US" dirty="0"/>
              <a:t>Danielson, L. (n.d.). </a:t>
            </a:r>
            <a:r>
              <a:rPr lang="en-US" i="1" dirty="0"/>
              <a:t>Adobe Data Breach: What Happened, Impact, and Lessons | Huntress</a:t>
            </a:r>
            <a:r>
              <a:rPr lang="en-US" dirty="0"/>
              <a:t>. Huntress. </a:t>
            </a:r>
            <a:r>
              <a:rPr lang="en-US" dirty="0">
                <a:hlinkClick r:id="rId7"/>
              </a:rPr>
              <a:t>https://www.huntress.com/threat-library/data-breach/adobe-data-breach</a:t>
            </a:r>
            <a:endParaRPr lang="en-US" dirty="0"/>
          </a:p>
          <a:p>
            <a:pPr>
              <a:lnSpc>
                <a:spcPct val="100000"/>
              </a:lnSpc>
              <a:buClr>
                <a:schemeClr val="tx1"/>
              </a:buClr>
              <a:buFont typeface="Wingdings" panose="05000000000000000000" pitchFamily="2" charset="2"/>
              <a:buChar char="q"/>
            </a:pPr>
            <a:r>
              <a:rPr lang="en-US" dirty="0" err="1"/>
              <a:t>Souppaya</a:t>
            </a:r>
            <a:r>
              <a:rPr lang="en-US" dirty="0"/>
              <a:t>, M., Scarfone, K., &amp; Dodson, D. (2022). </a:t>
            </a:r>
            <a:r>
              <a:rPr lang="en-US" i="1" dirty="0"/>
              <a:t>Secure Software Development Framework (SSDF) version 1.1 :</a:t>
            </a:r>
            <a:r>
              <a:rPr lang="en-US" dirty="0"/>
              <a:t>. </a:t>
            </a:r>
            <a:r>
              <a:rPr lang="en-US" dirty="0">
                <a:hlinkClick r:id="rId8"/>
              </a:rPr>
              <a:t>https://doi.org/10.6028/nist.sp.800-218</a:t>
            </a:r>
            <a:endParaRPr lang="en-US" dirty="0"/>
          </a:p>
          <a:p>
            <a:pPr>
              <a:lnSpc>
                <a:spcPct val="100000"/>
              </a:lnSpc>
              <a:buClr>
                <a:schemeClr val="tx1"/>
              </a:buClr>
              <a:buFont typeface="Wingdings" panose="05000000000000000000" pitchFamily="2" charset="2"/>
              <a:buChar char="q"/>
            </a:pPr>
            <a:r>
              <a:rPr lang="en-US" dirty="0" err="1"/>
              <a:t>Redhat</a:t>
            </a:r>
            <a:r>
              <a:rPr lang="en-US" dirty="0"/>
              <a:t>. (2019). </a:t>
            </a:r>
            <a:r>
              <a:rPr lang="en-US" i="1" dirty="0"/>
              <a:t>What is </a:t>
            </a:r>
            <a:r>
              <a:rPr lang="en-US" i="1" dirty="0" err="1"/>
              <a:t>DevSecOps</a:t>
            </a:r>
            <a:r>
              <a:rPr lang="en-US" i="1" dirty="0"/>
              <a:t>?</a:t>
            </a:r>
            <a:r>
              <a:rPr lang="en-US" dirty="0"/>
              <a:t> </a:t>
            </a:r>
            <a:r>
              <a:rPr lang="en-US" dirty="0" err="1"/>
              <a:t>Redhat.Com</a:t>
            </a:r>
            <a:r>
              <a:rPr lang="en-US" dirty="0"/>
              <a:t>. </a:t>
            </a:r>
            <a:r>
              <a:rPr lang="en-US" dirty="0">
                <a:hlinkClick r:id="rId9"/>
              </a:rPr>
              <a:t>https://www.redhat.com/en/topics/devops/what-is-devsecops</a:t>
            </a:r>
            <a:endParaRPr lang="en-US" dirty="0"/>
          </a:p>
          <a:p>
            <a:pPr>
              <a:lnSpc>
                <a:spcPct val="100000"/>
              </a:lnSpc>
              <a:buClr>
                <a:schemeClr val="tx1"/>
              </a:buClr>
              <a:buFont typeface="Wingdings" panose="05000000000000000000" pitchFamily="2" charset="2"/>
              <a:buChar char="q"/>
            </a:pPr>
            <a:r>
              <a:rPr lang="en-US" dirty="0"/>
              <a:t>What Is SAST and How Does Static Code Analysis Work? | Black Duck. (2026, April 3). Black Duck. </a:t>
            </a:r>
            <a:r>
              <a:rPr lang="en-US" dirty="0">
                <a:hlinkClick r:id="rId10"/>
              </a:rPr>
              <a:t>https://www.blackduck.com/glossary/what-is-sast.html</a:t>
            </a:r>
            <a:endParaRPr lang="en-US" dirty="0"/>
          </a:p>
          <a:p>
            <a:pPr>
              <a:lnSpc>
                <a:spcPct val="100000"/>
              </a:lnSpc>
              <a:buClr>
                <a:schemeClr val="tx1"/>
              </a:buClr>
              <a:buFont typeface="Wingdings" panose="05000000000000000000" pitchFamily="2" charset="2"/>
              <a:buChar char="q"/>
            </a:pPr>
            <a:endParaRPr lang="en-US" dirty="0"/>
          </a:p>
          <a:p>
            <a:pPr marL="114300" indent="0">
              <a:buNone/>
            </a:pPr>
            <a:endParaRPr lang="en-US" dirty="0"/>
          </a:p>
          <a:p>
            <a:endParaRPr lang="en-US" dirty="0"/>
          </a:p>
          <a:p>
            <a:pPr>
              <a:lnSpc>
                <a:spcPct val="100000"/>
              </a:lnSpc>
              <a:buClr>
                <a:schemeClr val="tx1"/>
              </a:buClr>
              <a:buFont typeface="Wingdings" panose="05000000000000000000" pitchFamily="2" charset="2"/>
              <a:buChar char="q"/>
            </a:pPr>
            <a:endParaRPr lang="en-US" dirty="0"/>
          </a:p>
        </p:txBody>
      </p:sp>
      <p:pic>
        <p:nvPicPr>
          <p:cNvPr id="239" name="Google Shape;239;p14" descr="Green Pace logo"/>
          <p:cNvPicPr preferRelativeResize="0"/>
          <p:nvPr/>
        </p:nvPicPr>
        <p:blipFill>
          <a:blip r:embed="rId11">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CCF77F06-1F79-8109-16A5-CFFFAEE51788}"/>
            </a:ext>
          </a:extLst>
        </p:cNvPr>
        <p:cNvGrpSpPr/>
        <p:nvPr/>
      </p:nvGrpSpPr>
      <p:grpSpPr>
        <a:xfrm>
          <a:off x="0" y="0"/>
          <a:ext cx="0" cy="0"/>
          <a:chOff x="0" y="0"/>
          <a:chExt cx="0" cy="0"/>
        </a:xfrm>
      </p:grpSpPr>
      <p:sp>
        <p:nvSpPr>
          <p:cNvPr id="238" name="Google Shape;238;p14">
            <a:extLst>
              <a:ext uri="{FF2B5EF4-FFF2-40B4-BE49-F238E27FC236}">
                <a16:creationId xmlns:a16="http://schemas.microsoft.com/office/drawing/2014/main" id="{83B94C65-BA8E-4CB4-CD79-8DF7F61A4740}"/>
              </a:ext>
            </a:extLst>
          </p:cNvPr>
          <p:cNvSpPr txBox="1">
            <a:spLocks noGrp="1"/>
          </p:cNvSpPr>
          <p:nvPr>
            <p:ph type="body" idx="1"/>
          </p:nvPr>
        </p:nvSpPr>
        <p:spPr>
          <a:xfrm>
            <a:off x="597309" y="778137"/>
            <a:ext cx="10326329" cy="5301725"/>
          </a:xfrm>
          <a:prstGeom prst="rect">
            <a:avLst/>
          </a:prstGeom>
          <a:noFill/>
          <a:ln>
            <a:noFill/>
          </a:ln>
        </p:spPr>
        <p:txBody>
          <a:bodyPr spcFirstLastPara="1" wrap="square" lIns="91425" tIns="45700" rIns="91425" bIns="45700" anchor="t" anchorCtr="0">
            <a:normAutofit fontScale="92500"/>
          </a:bodyPr>
          <a:lstStyle/>
          <a:p>
            <a:pPr>
              <a:buClr>
                <a:schemeClr val="tx2">
                  <a:lumMod val="10000"/>
                </a:schemeClr>
              </a:buClr>
              <a:buFont typeface="Wingdings" panose="05000000000000000000" pitchFamily="2" charset="2"/>
              <a:buChar char="q"/>
            </a:pPr>
            <a:r>
              <a:rPr lang="en-US" dirty="0"/>
              <a:t>Perrucci, G. (2025, November 7). </a:t>
            </a:r>
            <a:r>
              <a:rPr lang="en-US" i="1" dirty="0"/>
              <a:t>The Six Phases of the SDLC — A Fast, Practical Guide</a:t>
            </a:r>
            <a:r>
              <a:rPr lang="en-US" dirty="0"/>
              <a:t>. Medium; The Software Engineer’s Path. </a:t>
            </a:r>
            <a:r>
              <a:rPr lang="en-US" dirty="0">
                <a:hlinkClick r:id="rId4"/>
              </a:rPr>
              <a:t>https://www.gperrucci.com/en/blog/engineering/sdlc-six-phases-explained</a:t>
            </a:r>
            <a:endParaRPr lang="en-US" dirty="0"/>
          </a:p>
          <a:p>
            <a:pPr>
              <a:buClr>
                <a:schemeClr val="tx2">
                  <a:lumMod val="10000"/>
                </a:schemeClr>
              </a:buClr>
              <a:buFont typeface="Wingdings" panose="05000000000000000000" pitchFamily="2" charset="2"/>
              <a:buChar char="q"/>
            </a:pPr>
            <a:r>
              <a:rPr lang="en-US" dirty="0" err="1"/>
              <a:t>BlackDuck</a:t>
            </a:r>
            <a:r>
              <a:rPr lang="en-US" dirty="0"/>
              <a:t> Admin. (2017, May 24). </a:t>
            </a:r>
            <a:r>
              <a:rPr lang="en-US" i="1" dirty="0"/>
              <a:t>Effective Threat Modeling in SDLC for Robust Software Security | Black Duck Blog</a:t>
            </a:r>
            <a:r>
              <a:rPr lang="en-US" dirty="0"/>
              <a:t>. Black Duck. </a:t>
            </a:r>
            <a:r>
              <a:rPr lang="en-US" dirty="0">
                <a:hlinkClick r:id="rId5"/>
              </a:rPr>
              <a:t>https://www.blackduck.com/blog/threat-modeling-sdlc.html</a:t>
            </a:r>
            <a:endParaRPr lang="en-US" dirty="0"/>
          </a:p>
          <a:p>
            <a:pPr>
              <a:buClr>
                <a:schemeClr val="tx2">
                  <a:lumMod val="10000"/>
                </a:schemeClr>
              </a:buClr>
              <a:buFont typeface="Wingdings" panose="05000000000000000000" pitchFamily="2" charset="2"/>
              <a:buChar char="q"/>
            </a:pPr>
            <a:r>
              <a:rPr lang="en-US" dirty="0"/>
              <a:t>Red Hat. (2025, February 28). What is a CI/CD pipeline? </a:t>
            </a:r>
            <a:r>
              <a:rPr lang="en-US" i="1" dirty="0"/>
              <a:t>Red Hat</a:t>
            </a:r>
            <a:r>
              <a:rPr lang="en-US" dirty="0"/>
              <a:t>, 3–minute read. </a:t>
            </a:r>
            <a:r>
              <a:rPr lang="en-US" dirty="0">
                <a:hlinkClick r:id="rId6"/>
              </a:rPr>
              <a:t>https://www.redhat.com/en/topics/devops/what-cicd-pipeline</a:t>
            </a:r>
            <a:endParaRPr lang="en-US" dirty="0"/>
          </a:p>
          <a:p>
            <a:pPr>
              <a:buClr>
                <a:schemeClr val="tx2">
                  <a:lumMod val="10000"/>
                </a:schemeClr>
              </a:buClr>
              <a:buFont typeface="Wingdings" panose="05000000000000000000" pitchFamily="2" charset="2"/>
              <a:buChar char="q"/>
            </a:pPr>
            <a:r>
              <a:rPr lang="en-US" dirty="0"/>
              <a:t>Fortinet. (2025). </a:t>
            </a:r>
            <a:r>
              <a:rPr lang="en-US" i="1" dirty="0"/>
              <a:t>What is Defense in Depth? Defined and Explained</a:t>
            </a:r>
            <a:r>
              <a:rPr lang="en-US" dirty="0"/>
              <a:t>. Fortinet. </a:t>
            </a:r>
            <a:r>
              <a:rPr lang="en-US" dirty="0">
                <a:hlinkClick r:id="rId7"/>
              </a:rPr>
              <a:t>https://www.fortinet.com/resources/cyberglossary/defense-in-depth</a:t>
            </a:r>
            <a:endParaRPr lang="en-US" dirty="0"/>
          </a:p>
          <a:p>
            <a:pPr>
              <a:buClr>
                <a:schemeClr val="tx2">
                  <a:lumMod val="10000"/>
                </a:schemeClr>
              </a:buClr>
              <a:buFont typeface="Wingdings" panose="05000000000000000000" pitchFamily="2" charset="2"/>
              <a:buChar char="q"/>
            </a:pPr>
            <a:r>
              <a:rPr lang="en-US" dirty="0"/>
              <a:t>Daniels, D. (2021, July 14). </a:t>
            </a:r>
            <a:r>
              <a:rPr lang="en-US" i="1" dirty="0"/>
              <a:t>What Is TLS 1.2, and Why Should You (Still) Care?</a:t>
            </a:r>
            <a:r>
              <a:rPr lang="en-US" dirty="0"/>
              <a:t> Gigamon. </a:t>
            </a:r>
            <a:r>
              <a:rPr lang="en-US" dirty="0">
                <a:hlinkClick r:id="rId8"/>
              </a:rPr>
              <a:t>https://blog.gigamon.com/2021/07/14/what-is-tls-1-2-and-why-should-you-still-care/</a:t>
            </a:r>
            <a:endParaRPr lang="en-US" dirty="0"/>
          </a:p>
          <a:p>
            <a:pPr>
              <a:buClr>
                <a:schemeClr val="tx2">
                  <a:lumMod val="10000"/>
                </a:schemeClr>
              </a:buClr>
              <a:buFont typeface="Wingdings" panose="05000000000000000000" pitchFamily="2" charset="2"/>
              <a:buChar char="q"/>
            </a:pPr>
            <a:r>
              <a:rPr lang="en-US" dirty="0"/>
              <a:t>Lindemulder, G., &amp; Kosinski, M. (2024, July 30). </a:t>
            </a:r>
            <a:r>
              <a:rPr lang="en-US" i="1" dirty="0"/>
              <a:t>What is a man-in-the-middle (MITM) attack?</a:t>
            </a:r>
            <a:r>
              <a:rPr lang="en-US" dirty="0"/>
              <a:t> </a:t>
            </a:r>
            <a:r>
              <a:rPr lang="en-US" dirty="0" err="1"/>
              <a:t>Ibm.Com</a:t>
            </a:r>
            <a:r>
              <a:rPr lang="en-US" dirty="0"/>
              <a:t>. </a:t>
            </a:r>
            <a:r>
              <a:rPr lang="en-US" dirty="0">
                <a:hlinkClick r:id="rId9"/>
              </a:rPr>
              <a:t>https://www.ibm.com/think/topics/man-in-the-middle</a:t>
            </a:r>
            <a:endParaRPr lang="en-US" dirty="0"/>
          </a:p>
          <a:p>
            <a:pPr>
              <a:buClr>
                <a:schemeClr val="tx2">
                  <a:lumMod val="10000"/>
                </a:schemeClr>
              </a:buClr>
              <a:buFont typeface="Wingdings" panose="05000000000000000000" pitchFamily="2" charset="2"/>
              <a:buChar char="q"/>
            </a:pPr>
            <a:r>
              <a:rPr lang="en-US" dirty="0" err="1"/>
              <a:t>GeeksforGeeks</a:t>
            </a:r>
            <a:r>
              <a:rPr lang="en-US" dirty="0"/>
              <a:t>. (2021, October 15). </a:t>
            </a:r>
            <a:r>
              <a:rPr lang="en-US" i="1" dirty="0"/>
              <a:t>Advanced Encryption Standard (AES)</a:t>
            </a:r>
            <a:r>
              <a:rPr lang="en-US" dirty="0"/>
              <a:t>. </a:t>
            </a:r>
            <a:r>
              <a:rPr lang="en-US" dirty="0" err="1"/>
              <a:t>GeeksforGeeks</a:t>
            </a:r>
            <a:r>
              <a:rPr lang="en-US" dirty="0"/>
              <a:t>. </a:t>
            </a:r>
            <a:r>
              <a:rPr lang="en-US" dirty="0">
                <a:hlinkClick r:id="rId10"/>
              </a:rPr>
              <a:t>https://www.geeksforgeeks.org/computer-networks/advanced-encryption-standard-aes/</a:t>
            </a:r>
            <a:endParaRPr lang="en-US" dirty="0"/>
          </a:p>
          <a:p>
            <a:pPr>
              <a:buClr>
                <a:schemeClr val="tx2">
                  <a:lumMod val="10000"/>
                </a:schemeClr>
              </a:buClr>
              <a:buFont typeface="Wingdings" panose="05000000000000000000" pitchFamily="2" charset="2"/>
              <a:buChar char="q"/>
            </a:pPr>
            <a:r>
              <a:rPr lang="en-US" i="1" dirty="0"/>
              <a:t>What is Software Composition Analysis (SCA)? | Black Duck</a:t>
            </a:r>
            <a:r>
              <a:rPr lang="en-US" dirty="0"/>
              <a:t>. (2026, May 15). Black Duck. </a:t>
            </a:r>
            <a:r>
              <a:rPr lang="en-US" dirty="0">
                <a:hlinkClick r:id="rId11"/>
              </a:rPr>
              <a:t>https://www.blackduck.com/glossary/what-is-software-composition-analysis.html</a:t>
            </a:r>
            <a:endParaRPr lang="en-US" dirty="0"/>
          </a:p>
          <a:p>
            <a:endParaRPr lang="en-US" dirty="0"/>
          </a:p>
        </p:txBody>
      </p:sp>
      <p:pic>
        <p:nvPicPr>
          <p:cNvPr id="239" name="Google Shape;239;p14" descr="Green Pace logo">
            <a:extLst>
              <a:ext uri="{FF2B5EF4-FFF2-40B4-BE49-F238E27FC236}">
                <a16:creationId xmlns:a16="http://schemas.microsoft.com/office/drawing/2014/main" id="{A996AA35-EA04-EC85-1C37-97EF8CEAE03D}"/>
              </a:ext>
            </a:extLst>
          </p:cNvPr>
          <p:cNvPicPr preferRelativeResize="0"/>
          <p:nvPr/>
        </p:nvPicPr>
        <p:blipFill>
          <a:blip r:embed="rId12">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3211111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04"/>
        <p:cNvGrpSpPr/>
        <p:nvPr/>
      </p:nvGrpSpPr>
      <p:grpSpPr>
        <a:xfrm>
          <a:off x="0" y="0"/>
          <a:ext cx="0" cy="0"/>
          <a:chOff x="0" y="0"/>
          <a:chExt cx="0" cy="0"/>
        </a:xfrm>
      </p:grpSpPr>
      <p:sp>
        <p:nvSpPr>
          <p:cNvPr id="3605" name="Google Shape;3605;p63"/>
          <p:cNvSpPr txBox="1">
            <a:spLocks noGrp="1"/>
          </p:cNvSpPr>
          <p:nvPr>
            <p:ph type="title"/>
          </p:nvPr>
        </p:nvSpPr>
        <p:spPr>
          <a:xfrm>
            <a:off x="4002231" y="2704277"/>
            <a:ext cx="4187538" cy="1449446"/>
          </a:xfrm>
          <a:prstGeom prst="rect">
            <a:avLst/>
          </a:prstGeom>
        </p:spPr>
        <p:txBody>
          <a:bodyPr spcFirstLastPara="1" wrap="square" lIns="121900" tIns="121900" rIns="121900" bIns="121900" anchor="t" anchorCtr="0">
            <a:noAutofit/>
          </a:bodyPr>
          <a:lstStyle/>
          <a:p>
            <a:r>
              <a:rPr lang="en" sz="10000" dirty="0"/>
              <a:t>Thanks!</a:t>
            </a:r>
            <a:endParaRPr sz="100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MATHTYPE_EQUATION_MATHML" val="{&quot;mathml&quot;:&quot;&lt;math style=\&quot;font-family:stix;\&quot; xmlns=\&quot;http://www.w3.org/1998/Math/MathML\&quot;&gt;&lt;mstyle mathsize=\&quot;null\&quot;&gt;&lt;mi&gt;P&lt;/mi&gt;&lt;mi&gt;r&lt;/mi&gt;&lt;mi&gt;i&lt;/mi&gt;&lt;mi&gt;o&lt;/mi&gt;&lt;mi&gt;r&lt;/mi&gt;&lt;mi&gt;i&lt;/mi&gt;&lt;mi&gt;t&lt;/mi&gt;&lt;mi&gt;y&lt;/mi&gt;&lt;mo&gt;&amp;#xA0;&lt;/mo&gt;&lt;mo&gt;=&lt;/mo&gt;&lt;mfrac&gt;&lt;mrow&gt;&lt;mo&gt;&amp;#xA0;&lt;/mo&gt;&lt;mi&gt;L&lt;/mi&gt;&lt;mi&gt;i&lt;/mi&gt;&lt;mi&gt;k&lt;/mi&gt;&lt;mi&gt;e&lt;/mi&gt;&lt;mi&gt;l&lt;/mi&gt;&lt;mi&gt;y&lt;/mi&gt;&lt;mi&gt;h&lt;/mi&gt;&lt;mi&gt;o&lt;/mi&gt;&lt;mi&gt;o&lt;/mi&gt;&lt;mi&gt;d&lt;/mi&gt;&lt;mo&gt;&amp;#xA0;&lt;/mo&gt;&lt;mo&gt;&amp;#xD7;&lt;/mo&gt;&lt;mo&gt;&amp;#xA0;&lt;/mo&gt;&lt;mi&gt;S&lt;/mi&gt;&lt;mi&gt;e&lt;/mi&gt;&lt;mi&gt;v&lt;/mi&gt;&lt;mi&gt;e&lt;/mi&gt;&lt;mi&gt;r&lt;/mi&gt;&lt;mi&gt;t&lt;/mi&gt;&lt;mi&gt;i&lt;/mi&gt;&lt;mi&gt;t&lt;/mi&gt;&lt;mi&gt;y&lt;/mi&gt;&lt;/mrow&gt;&lt;mrow&gt;&lt;mi&gt;R&lt;/mi&gt;&lt;mi&gt;e&lt;/mi&gt;&lt;mi&gt;m&lt;/mi&gt;&lt;mi&gt;e&lt;/mi&gt;&lt;mi&gt;d&lt;/mi&gt;&lt;mi&gt;i&lt;/mi&gt;&lt;mi&gt;a&lt;/mi&gt;&lt;mi&gt;n&lt;/mi&gt;&lt;mo&gt;&amp;#xA0;&lt;/mo&gt;&lt;mi&gt;C&lt;/mi&gt;&lt;mi&gt;o&lt;/mi&gt;&lt;mi&gt;s&lt;/mi&gt;&lt;mi&gt;t&lt;/mi&gt;&lt;/mrow&gt;&lt;/mfrac&gt;&lt;/mstyle&gt;&lt;/math&gt;&quot;,&quot;origin&quot;:&quot;MathType Legacy&quot;,&quot;version&quot;:&quot;v3.27.2&quot;}"/>
</p:tagLst>
</file>

<file path=ppt/tags/tag8.xml><?xml version="1.0" encoding="utf-8"?>
<p:tagLst xmlns:a="http://schemas.openxmlformats.org/drawingml/2006/main" xmlns:r="http://schemas.openxmlformats.org/officeDocument/2006/relationships" xmlns:p="http://schemas.openxmlformats.org/presentationml/2006/main">
  <p:tag name="TIMING" val="|7.4|1.2|1"/>
</p:tagLst>
</file>

<file path=ppt/tags/tag9.xml><?xml version="1.0" encoding="utf-8"?>
<p:tagLst xmlns:a="http://schemas.openxmlformats.org/drawingml/2006/main" xmlns:r="http://schemas.openxmlformats.org/officeDocument/2006/relationships" xmlns:p="http://schemas.openxmlformats.org/presentationml/2006/main">
  <p:tag name="TIMING" val="|8.7|13.9|19.9"/>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3DBC58"/>
      </a:accent1>
      <a:accent2>
        <a:srgbClr val="98D2AA"/>
      </a:accent2>
      <a:accent3>
        <a:srgbClr val="CFF7CE"/>
      </a:accent3>
      <a:accent4>
        <a:srgbClr val="BEBEBE"/>
      </a:accent4>
      <a:accent5>
        <a:srgbClr val="0F4A36"/>
      </a:accent5>
      <a:accent6>
        <a:srgbClr val="9E9E9E"/>
      </a:accent6>
      <a:hlink>
        <a:srgbClr val="3DBC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F4A3526-96CB-47E5-956E-4278EC16B7E7}">
  <we:reference id="4b785c87-866c-4bad-85d8-5d1ae467ac9a" version="3.27.2.0" store="EXCatalog" storeType="EXCatalog"/>
  <we:alternateReferences>
    <we:reference id="WA104381909" version="3.27.2.0" store="en-US" storeType="OMEX"/>
  </we:alternateReferences>
  <we:properties>
    <we:property name="EQUATION_HISTORY" value="&quot;[{\&quot;mathml\&quot;:\&quot;&lt;math style=\\\&quot;font-family:stix;\\\&quot; xmlns=\\\&quot;http://www.w3.org/1998/Math/MathML\\\&quot;&gt;&lt;mstyle mathsize=\\\&quot;null\\\&quot;&gt;&lt;mi&gt;P&lt;/mi&gt;&lt;mi&gt;r&lt;/mi&gt;&lt;mi&gt;i&lt;/mi&gt;&lt;mi&gt;o&lt;/mi&gt;&lt;mi&gt;r&lt;/mi&gt;&lt;mi&gt;i&lt;/mi&gt;&lt;mi&gt;t&lt;/mi&gt;&lt;mi&gt;y&lt;/mi&gt;&lt;mo&gt;&amp;#xA0;&lt;/mo&gt;&lt;mo&gt;=&lt;/mo&gt;&lt;mfrac&gt;&lt;mrow&gt;&lt;mo&gt;&amp;#xA0;&lt;/mo&gt;&lt;mi&gt;L&lt;/mi&gt;&lt;mi&gt;i&lt;/mi&gt;&lt;mi&gt;k&lt;/mi&gt;&lt;mi&gt;e&lt;/mi&gt;&lt;mi&gt;l&lt;/mi&gt;&lt;mi&gt;y&lt;/mi&gt;&lt;mi&gt;h&lt;/mi&gt;&lt;mi&gt;o&lt;/mi&gt;&lt;mi&gt;o&lt;/mi&gt;&lt;mi&gt;d&lt;/mi&gt;&lt;mo&gt;&amp;#xA0;&lt;/mo&gt;&lt;mo&gt;&amp;#xD7;&lt;/mo&gt;&lt;mo&gt;&amp;#xA0;&lt;/mo&gt;&lt;mi&gt;S&lt;/mi&gt;&lt;mi&gt;e&lt;/mi&gt;&lt;mi&gt;v&lt;/mi&gt;&lt;mi&gt;e&lt;/mi&gt;&lt;mi&gt;r&lt;/mi&gt;&lt;mi&gt;t&lt;/mi&gt;&lt;mi&gt;i&lt;/mi&gt;&lt;mi&gt;t&lt;/mi&gt;&lt;mi&gt;y&lt;/mi&gt;&lt;/mrow&gt;&lt;mrow&gt;&lt;mi&gt;R&lt;/mi&gt;&lt;mi&gt;e&lt;/mi&gt;&lt;mi&gt;m&lt;/mi&gt;&lt;mi&gt;e&lt;/mi&gt;&lt;mi&gt;d&lt;/mi&gt;&lt;mi&gt;i&lt;/mi&gt;&lt;mi&gt;a&lt;/mi&gt;&lt;mi&gt;n&lt;/mi&gt;&lt;mo&gt;&amp;#xA0;&lt;/mo&gt;&lt;mi&gt;C&lt;/mi&gt;&lt;mi&gt;o&lt;/mi&gt;&lt;mi&gt;s&lt;/mi&gt;&lt;mi&gt;t&lt;/mi&gt;&lt;/mrow&gt;&lt;/mfrac&gt;&lt;/mstyle&gt;&lt;/math&gt;\&quot;,\&quot;base64Image\&quot;:\&quot;iVBORw0KGgoAAAANSUhEUgAABccAAADnCAYAAADb/u6yAAAACXBIWXMAAA7EAAAOxAGVKw4bAAAABGJhU0UAAACOyiQ8uQAAZy1JREFUeNrtvQ+kVcv///9yHEeSSJIkcSVJ+kWSJIkkSY6+kiRJJEmSyJUkiVxJkkiSJIckSRJJkiSSJEkkSXJEkiSJ+1uv917rc1b77jUza62Ztfba+/FgvN+3s/f8ec2stWee85rXiAAAAABACGZHaRJmCM4AJjAyGRNAg5mCCQAAAAAAAAAAupsZURqO0rEo3YjS9yj9G6UzmMYrQ1FaFaU9UboSpQ9R+iwI5Gn7rInS3iiNxPbRcbgP00CXo8/wgihtiNKJKF1PvUdXYR4AAAAAAAAAgPqZJi3xcVuUzkfpbpR+SEvA6ZQ2YbJCqFA2R1obDgekJfS+idLvDjZ+2of2URF8qbSERN2QuRql94ZxuJYhBV3A+CitiJ/r7fE79Lrh2U4Spx8AAAAAAAAAAGpARXAVb15H6adkizdZaRomdEI9wROhTEXe3zls/E8f2Ge3tDzldTPmW84x+CtKgwwxqJEdOZ/pdHqB+QAAAAAAAACgCP9WmNZ0UbsXRemOtDy6Nd2U1nH9IpwvYZPXDMFKxmo/eEXfKmGfewwvqBl9Rp9F6Yvk32QkNBX0EtOjtDlKF+N5SvJM/I7/V0MJ6UkK3Sg+G6WN8Xdc0DtO3sXPzXlMDdC4NQcAAAAABEA9TTX+9TMp5vVsS7qIuy2tkA7zu6TNwxl1/R0vMsswEC9SNVTKcwf7nGUIOrMsTiujtC5KB6W1uYBXdOdxqAuvf+L222x0gOEFXYaGBUoEc9v4HcZc0APjfWeUHpeYbz2M0tYoTcgoQ//9jhDSDaBX1hwAAAAAEIi50hIdP5dYoL2V1uV+s7qwfeo1ZQo5oRsEczyVpQvRUUHUCc01wSvaxHqHZ3YRwwi6lPmWsftbssVAgCagIYU+iT+nBN0Q1fBax6O0JU56ge2Hts/Nx/QAPbPmAAAAAIAATOuwkHJJuhgb6OJ27XJowwWP5d0QRJ3QrLP05yFMZLTPF8wDXcw4y/h9gomgoUyN0gPL+FZHBQ1/opucs9rmV+ptrg4NG+LP5HFq+In5AXpuzQEAAAAAAdgn+YTxJoRmuOTQjs8eyzOFVnnMEPPCZkt/Lutz+wxZ7DPCEIIuZrxw2S70Hhr2ynSyTL1N98fvb1dUONeLq78I90wA9OOaAwAAAAACMCzuwvjdhrRpxLE9vjDFez7OEAvepz+ku08yVMFKy1jfyhCCLmaFcNku9Bbq7W0SsN9LubB0M6L0SrjEFqDf1hwAAAAAEIA84nhTYleedmjLB09lzbaUs4oh5gVTrNbrmOd/3oemcTgdE0EXYzqWrqGpBjERNAiNQfxezF6kMzyUM9Xy27iBrgDoqTUHAAAAAARii7gJ4w8b1KZVDu054amsDWK+MGuAIVaaOZa+3IuJjHHvX2Me6HKu9shvD4By2fKbtcljWWsN5cyiKwB6as0BAAAAAIFw8XjQtLNh7XosZg+OyRXY7y7Dywu7pTdONIRCN2B+GuxzmiEEXc43w/g9inmgQSy2/F69ClDmQ+kcbgwAemvNAQAAAACBuC1u4vi0hrVrSpQedGjH0yjNrGhCfIDh5QWTV/QXzPO/y0hNz+4wJoIuZpEQmgr6Z04VYl6wqUM5N+kKgJ5bcwAAAABAANTj9JfYhfHnDW7jkihti9L2KC33nLfGwf1tsNsShpiXMWryih7BRHJYzPGahzARdDEHhdBU0BtMc5hPLQ9Q7mCHudw/dAfA/6HPnTpaLGvwmqMb2gcAAADQk6wQN69xFlmdMV1mypFmfxN+09jcjok6eisl6T7mgS7nvhCaCnqD7Q7zqVCblffayllPdwD8D7389qs0M0Qk7QMAAACogOPiJo6vxFQdMcUbv4p5vHDEMjb/6nP72E4vHGIIQRczoY/GrwqnOxpY73W8R5y54jCfCsVZaXYoPIAQ6MmjR6nnYh7tAwAAAIB2njks5H4Ix9qzeCG9c4Fpt/LQYON3mMd4eoHQPtDtrLeM38U90s70pcJNEshVGE/CdRxhuFp5IvWJ41uEuzgA2jmXei5GaR8AAAAAtDNV3LzGr2OqQvabg4lKM17MXqWXMJGcMtjnO+aBLudCH4zfvR3a1gSBfF2H9y8h1sx8d5hTDQTsr6SMa3QFgOzv8Tljr7cPAAAAoBK2iZs4vgNTdWSjwWZ4b/jB5hW9ERP977JcLiuFpvKxx8fv3w39bdV3b9bG5EmGbSYuF5yHCgW2MlXGYboC+pxdPT5n7PX2AQAAAFTGiLiJ4zMwVUdMsUXx3vDDGcvYnNzn9pksbGxBc5ljGb/bGt6+HdLMzWeTMJ6kPQzfjriI46EErPRptrV0BfQx+3p8ztjr7QMAAACoDD3W+81hEfcSU2XyyWC3TZjHC68Zm0Y2Chtb0HsL/CRNb3j7JonbvR7dJJC7COP3ojSO4duRHw79fSNQ2RNSZUyiK6BPOZnx3D2jfQAAAADQzlJx8xo/hak6YvN4nIaJSjPNYuPTmEguGuzzFvNAl3PHMH5f90gbVaR8Ls0QyIcd6okwbuaVgw1182F2gLLHx/l/pBugD9F37S3Dc/cP7QMAAACAdg6Lmzi+GlN1ZLf0vqhTN5stY3MYE8l7g33OYh7oYgbFHIKilza/miCQuwjj96UlwEI21xznVncDlb8mSsvpBugzlkTpneWZW0X7AAAAAKCdJw6LNxUuBjBVR64LomRoTDHx1fOu370XZwmbB9BcbGLsuh5r7xTpXoF8vUO9HkgrbAeY2SNu4rim3ZgLoBT6TjrZw+uZXm8fAAAAQK1MdFy43Wx4OzUshwowB6QltOpx5xUe8tUJqCmuaK+IkhrvV2Ona+gODX/wJUo/40m4tv+DtLzkdIE/JUD5owYbP/KQ/5y4r/ZH6XKcp7bPp0efxgR/Gtvsu7RizS7wlPd2MW8eDBXIc0G8EHsS97HaQ+8muB2lnV20+FoU10cvvtVjxp/j+v6K2662fhk/9ypW/dWlz1gvtGNKPM71PaEhN76m3hM6dtTb+JD8NwbyGctCf7AHf3u7USB3EcYfCsK4KzPFXRzXcb6kh9pex5xhajyGT8TPlpa3wVPe+g7SU5bv4zao5+5xqTeee93zsjQ6x9DTpXpx8oV47vQ1x/fnS8uZ5ENc/09xP7rYd0o8t//cResZn2uOOtrX9DkxAAAAQKHJictka1eDBIc1bRP079JZMPSxqFkmZlHSJiLoYuuWhzQYyJb7HQWcdNIJ9EGP9ZhvKe9YzgXcmnixqBP+Z2IO5/Bv/IyUxRR6Z4uH/E2e9Q9y5rU4/o6tn19IffH0l8fP9+ecYzMdEqIbwg30QjsG4vftfbFf3pik0fi5Tngj5rjWvUo3CeQbHOrxSBDG83I7x/Osz8WMho/nquYMelpqffz7f93wDr3mqW1ZIXLeV9xndc/L9H2/KJ4XnYxtP1ri3T05nouZQhNOzrDDUWmJq7+l2O9nVjrSBWuOqtrXq3NiAAAAgNyMOE6mZndZvRMvE53MqbfBq3jy7zo5fOypHodLlpGI489z1j+dfkgxz+As1CP1XIcJsgqmm1ILFS1TPZa/ZdTrnKf62I6m22IrDsYL248F7fvcw2Lym5g3UeaWLMOU/yHHPCbGi7s8tnkh1XmQD8QLqk5C6tt4Ibki9Szo5xfG//41o/6X43ZXSa+0Y1ws0nzqUB9d0O+VlhdYMj7UE+1U6jPv4jbaQgId6PHf4G4QyF02yRHGi7Eg5zs1SwzsZqqYMyyN33NPcs6Vvnton+3S9Zee52DdNC9bEs8hEu/nPELtYUve6lwy6pBPe3jCGY7fK5qGa15zhG7f/+uDOTEAAABAblwmYG+7sN5bSk4Oj3qqh8nD9niBCeMmsXtt6N8vxhN4n7G2dXF1ssPiR/vf5J1qEq99XAp0Q8rFVtTFom4gqEfP9Tjdz7mwWVqi/nMd8r8QUHxxOaqv3uLvCz5LOyt43tfH47C9bF3cbXUYA1NjcS9L2JhS0XurV9qxNWNh/cThWUnHF98ejx/T+FrYB7/DdQrkLsK4CjsTBYpyLuc7tSkbEVXOGdS79VbqN1z//3dHe84q2c41Ul/M+LrnZddLzLNNYUQ2ibvQ3j7P2yThhON/pbMwW+WaI3T7/r8enxMDAAAA5Gah4yToTBfWfSBePOqCXY94ro4nr3cd2+QjFMGgZXK/umC+WWKwlnU6Fsh8o0fqO22UXHNYpE812OCqh342bRbcLZm3CkMuovDFEuVMcMj/c4n894n5VIGNzVL81IKmOwGfc42pmhWW4EpOAUmPNGeF73gZWIzqlXZoDOUHGeMszybJidT7xbT59aWPfo+nxP1XpUCOMF4N+ky+K/Be7eZY+90wZ9Df8F0Otiwbd3y2uG1o9KKNl8Rz2alxmWqLrWIOhWVzXCgiNM/JUWdTmLJTDV5zhGxfL82JAQAAAHJz0HFSt7Zh7bov9jAkPkJBDEs5j+ZODGUshjR8xfwAttKJ/hUpvymSZYdvJeu3QsKHXFDPrGcOC73xJcp44JB/UW4Z8h2xfPeA/NeDWcX26anxcd5S92+BnmMVBrLCiOwvmOdKQzuu0A4jKgR08tT8WODdNC01dn6VGL+9RpUCuYt3op4EmCTggwVivry7U7rRhe3oxjnDAYsdT3ho92OHeWW/zMuSd7jp3X0743trpdgm/CLHetnuqAmxnqlqzVFV+5o+JwYAAADwPqFLJiiDDWvXRUubfAkup8W/R/PRjIVdiLjO6gH0WvycFgg1wT0i5UOGuDBDzDEQNW0ruZB8E2BhbfOsN4lo7fHy/8lY7IyrYRFzylDe5pJ5mxZ9y2nHf9D3f9YGyXspfimrzfPQh42ayBTDe9mXQO4ijGvceIRxv7hegN6tG0TdOmfQ38EPkl+ozcNcyxzhZx/NyxJMAuffHT6/SP7cILof/0bawjvqqUnXmO57LPmEWM9crPAZrqp9TZ0TAwAAAORmvLjF+7vdwLbZYiT6OpZu8vAr4tHcHtfyS/xvIVgW5+/DW216wAnuwwonz/sDPwsqNF0SvxccrbTU+a+M7x2SP4+vrii4yPZ14Vn6vXQn8LNr8jJ8QDv+YLLhGRw1jC8Xbjn8/kyT/iSkQO4ijD8ThPFQuJ7Y67b4u90+ZzhWwVxhhWTHOf/YR/OyBFNIkXbHBX2XJ5c3qzif3vhcYhn/eX7PTPP/+w1fc1TdvibOiQEAAABys95xUba3gW37bGnTDA9lTBW/Hs36+W9tE8OZgeyzWrKPdxeJWbzRIrIUxbaBc82zXbJC2qS9ciZ7KGdthwVw0VAYRyX/Rbrb2z5jG2cDYg+94ANdKD0SfxfcZmG7XG0W7fg/MeOVQVwpe1GmTRx/2ee/0SEE8s0O+T339J6DbE5LswTyJswZllYw7+s0V/M1H2nKvCzNF3ELI6L/Px2WZrhDXmcN9V3mWJ8BMYcuOtzgNUcd7WvinBgAAAAgN7Y4wkUuwekGbBcnvfFUjmnhkdcrZ7H8GZNYF1njA9lHF2BZYTh+xvbLyzWDLU6XqKttA2dnAPsctZS53VM56zy1xeRZf77D59OCqopgUxzKmGmxySUP9pgg5piudz32se0yqD2043/CuOkCwY0e6n/HUv9TAj4FcoTx7uKy5BfIz9VQz6bMGQbEfLH0sEeb7BC/9580aV6WMCjusfJPiP2eDQ3f1h6m5bvkC621TKq7FLPqNUdd7WvanBgAAAAgNx8dFmLvGtiuvZY2nfZUzoj48WjWyW5aGD8S0Dbq8WTyOilyOaAe3TV5dy8rUd+zlr6cG8BGNiHYV5ihdm/sIptQNs/6djFgnox5vKlH8BTHcmybFD4WRyahdDRHXV0xtedqn7djiphjgfoSrb9Ib10EHQofAvkWcRPGp2DuSrki+QXyExXWr2lzBlOYj6Me7dLpNNWCPrFxgimk276Mz7nMjdfGcwq9yDrvRp0pZJHPSzHrWHPU1b4mzYkBAAAAcjNHmhPnMi/3LG1a56mcT1Leo3ldalGkXkMbA9pFJ7ifLcJIEU4HyDPBJAiNBrSV6ZIp7ScfXv3phcDbgnkMi/m4a/oY9qS4nGTTa2qOcs5Ynqmy4TXOVvTMpgkRzqMX2qFj5qkhzxfi78Kvn9JbF0GHpIxAvtXhey8FYbwubkp+gfxQBfVq4pzB9FvlMwxbu5D3po9snHDIUMai1LwjccTRC1NDn0oxzf+vN3zNUVf7mjQnBgAAAMiNzdMhxDHUKtBjmb8rEFxsmwsuHg+75c8LEZcGtMt4MV8eWlTgnGex98oSdZ5mqW/IeIQ7LWX72MRIH8U9GWAB/Kjts7dTYy3vJYomUa7sxV42j9aRQH3s+4LRXmnHTcv7c67Hd5Kp7ncFOr0T8wrk2xw+n+cUCYSZtzyS/AL59oB1auKcQTFdNutzQ32hlN+saKqNE+45zAnOpf59deDnaFCyQ9OEuj+pqjVHXe1r2pwYAAAAIDe2WK+J5+lQw9plC//gS3DZXXIBlvZuUg+JWYHtclH8C806Nl5IuFMHNm/HzQHtNUXCC50bpbzntWlhnQ7P83fqmV6RswzbJkUZbzwd998MeX+Lyw+xoP3XsqDtx3Yckuq8VW2Xie4XyHoe34qbQI4w3hymOPZrKKGzF+YMii0m8zhP9tnX9p6d2kc2VgYlWxRO5gTpC1IvVfAMrbbYc16D1xx1ta9pc2IAAACA3JPaXw6LrnsNbNuFigSX64YyLhu+N0n+jIn5uAJhYoPYN0GKiPOXDHk+9bAIHbHUe3pgu5mOkapH7oCn9r0o+P2p4nYx0+LUInZXgXJsAlsZb6WHlrwPBOrbGZZyf/ZhO5Zb8notfsOcbLeUt0AgC1eB/F+HPkUY7x40xMZozj7UuP1/ea5HU+cMypCl7ms82Sjt6X+hz2ysrDOUszv+zIvUGK3ikt/jhjp9bviao672NWlODAAAAOB1Utt0z71PljbN91CGTgBNsXI3ZXxPQ62kL7m76XGhksUkB5sU8fg4YshP2zjVQ91NcTiriEe4T9zE5yIMxouJ9our8rBR7BczTZAxEa3o5Yy2TYqiYTZsx3Q/SLiTKzYPrO991o5JcT2rEJUSLte80G86KpC/k3LC+FTM2HWox+S3nH353OM7pslzhgST/bZ4yL89rN6cPrTxKcs8O735ubOiZ+eJVB/WrIo1R53ta9KcGAAAACA3px0XXPMa1q5Flvb4ijdpO7bbKXzCcNuC7WwX9XXe44vHxHypm48F2AJLnc9XYDtbXPljJfJOQsboCY6JBfMwiYvJsebzMraZULScL4ZyPpUQYD5b7LsrYN9utJT9ts/acd6Sz/0AdTfFzr4i4IL+1ryX/MK4b6EM/LJS3E73pdPpPp8zpLkVeO6QDos30qc2znp/63xBhc5ks/V5Rc+MOgKYYn9vbfCao672NW1ODAAAAJCbNw4T808NbNdhS5suVVDO6w6fP9H2mb8rssccy2Q6Ceviinq5mwTZG/EE3gc2D5X1FdnQFLrgSYl8kzAc50rkYfJY2hkLLMnx7MUFy1ho6YeLBfM9KnZv64GA/XrCUv71PmrH0gBCjQ1bSKBN/Ew7k1cgfydh4t+DXzZK/k2PJX08Z0hzxcO7PQsNQ/RTioc+6QUbTxezB/Pe1H+vqOh5scX+ntHgNUdd7WvanBgAAAAgF7McF1kXG9i2JxL+NnXFFHcv7RE+tcNnb1doj+sO/bzdMS8Vx7Iuf9SjkLs9193k+aULy0kV2fC8pR5FPFzSXvFFQ5LMtvSrejQlnltHS7R/v6Wc4QJ5at/Zwgbsr/nZONVH7Xgu1V0olmCLNz5ZIA8qdtuO9yebNQjjzWGv5A+v0q9zhjSmTctXJfNOe2if7FMbm97fujGfhHu6UeGzckaqD8NX1ZqjrvY1aU4MAAAAkJsdjous9Q1r1ySxX27kQ1AdErPXTyIWauy90Yx6VHGcfY5DH+vxRVvMcxWpThnarIufmZ7rPiDmI+XPKhxXwwGekySG971Az7EuTE+nhIAylyjesYyfInFuDziMy9DHar9b6rChT9qx2eE9sTxAvW92yfPdK2wTdwF1G+ZqFGcln0C+uQ/nDO1sEn+XLafRjaUfMna6cmKf2viaof5HUnPdORU+J6YwXSHC8FW15qirfU2bEwMAAADk5obD5Lzo7n+dbLK06WkFE0O1mx5f3SdmAf1wlyyoLxu+/5e0Qjb8kOxjv8sC1X2lpd4nKxxXg5a+zHsENL04LiM6mhanaU+yRSXbbtqkKHoKwhYC4kLgPp3t8GxM65N2vJawnqidGG8ZV//wM52LrZI//AYCeXPQzeIHOfr2ccFymjxnaGetpR1FLy9Ne81u6VMb63jM2pTV+zeeSfWCrS1MVwhnn6rWHHW1r2lzYgAAAIDck1qXS54eNLBtI5Y2HfVUjukiJfXSddl8+Chh4xAPGRZP6bSq7XuTYtHkvpgF0dCLr2OWeq+teGyZ7PEiZ15JLNQnJev03aF/yy5OV1vy31kgz+UO9Q49vmynZ170STuGHdoQ4jJRW0iVlfxUO7NF8gvjCOTNQ8Wxzzn6Nq/HbtPnDO3YPLQXFMgzHfqhyAXFvWJj04X0SWgnFU9nVtjfpvj8ocLwVbXmqKt9TZsTAwAAAOTC5pGbpEMNa5fJk8W3R8JrRxv+lDBHn11w8ST8mFpEalzKu5LtDaLxDI9UuNh5LOYjx4MVj69DFlu6XnY1V/wI/Isc+verlI/bfNJSxvQCeZ6T+i8Ctm1gHe2Tdti8UUOFhXlkKPOHhN047CVcQuIgkPcOG3L0694+mzO0MyT+N9gTj2ida/7Vh/OyhCMO7aj6UkXThaQhwnRVueaoo31NmxMDAAAA5OaE48JqYcPatcLSHl+CyzRH+2ncPL053uSl/zCgPVy81/ViNlNYiKfxIqjqsTBBzEc279cwvpZ5WmjfFD/HbQ849O8BD+02XdRY9Oj+x5oX1bZQMa4XQjW9HS4XM4e4TG2Bpczr/Ew74SKMvxN76B8E8mZxz3EOcrWP5gxZmBwU8l6UuCf13aKXXPaKjZ+I/5MLZTFdRhwiTFdVa4662te0OTEAAABAbl44TGo/N7BdNtH/mqdyNjnY73jq85csn50fwBauoXPavdzVi/SMtGIX1hlvfr2lrodrqNOAZaHtUqelkn1sOi93xO61PK5kGZPFv/juEiN7OHBfbpTycUJ7oR2HJdzFfiYuS/VhXHoNV2F8WpzeCQJ5KJJQGa8qKs/l1FBy70S/zBmyMI377TnyUS/xxEv4Tp/OyxImOtT7TsV1sv0eh/BIrmrNUVf7mjYnBgAAAMiFq9fzpS6p7+IoXYzSGofPvrS0aYenOpliDOriaUPb521xic8GsJtLLGQNuaHHrofjiXc3hTE4L9UdVc3DzZILoeRI9uOS9XDxGPbhNW4TX2cVyNMm6v2W8CFzblrqsL1P2vHMoQ2+45jOFPOpkDo8DpuGywZtIoynf/vfCgJ5CBIPyhcVlvnUoS+/99GcIYvbnuZeD2XMcWRqn87LXOcFdczRTHdvhArDV9Wao672NWlODAAAAJCbbeImjm/skvomx4dHLJ+b7tCmGZ7qNGoo41TGd95KtTF990r3xYPMwxvpznjEplAmo5bvpgWtJSXrsUrsx3l9jCnTqYfnBfO0bXyEXiRNEbM463pRbtPbMdXhHREijukFS5lv+Zl2fo+YbDitw3cRyMP2yd0u+S1Kex33y5whi6uG9lx0zONg6jvr+nhelnDR0oY3XdbP9wKUV+Wao472NW1ODAAAAJAb283qdd163on0cbtNls/urGiyPk+KHW382/K9/TX08/ouHaO2RcfNGuu22FK3LEFaj92/91j/Y1LNaQRTjMsjBfO0eTtfDNyHtlAi+/qkHS4X+13wXOc5YvcaP8/PdCYuHpv6WzfNkIf+zeVCaQRyd5JLi99XWOZqhz781SdzBhOmzTiXmOyLU++sU308L3OdF/wbz3er5puhPocClFfVmqOu9jVtTgwAAACQC5eb1bvpeNvT1ALPFjvZdsnRGU912iPFjjZOEXMYDN+L6gfSfZcluWI73bC35mfIFGMxa3MkETJ1kT3XQz0eS/jLdOdYylhUMN83Uj6kSVH0+TSd/PgQL9r6oR2npPp447ek/jjtTcWHMJ6AQO6X6zIWEqMqxovfsCpNnjOYMG0k20S5KTIm4D2R8qEresHG88XuXDO94jrZYvCH8Equas1RV/uaNicGAAAAyIXtZvGyHqE+ScfzvWX5rEv8ZV+Ci2lCbDvaeEmqE4W+OvTzYJeOU5t31cKa62fyGO50AkAXij/E35HpCWL2vvUV93a3FD8ua8K2QRfyYqnd4i+cVNPbcd3hHbHSY53Xi9uppSGBdly8/FUYzxMLGYHcH29S47fKkF8ucef7Yc5gYqsUvzTyXur3bpqHuvSCjfdZ6n+3y+oUIgxflWuOOtrXtDkxAAAAQG6OiJs4XnfsNw3p8jHH4tx2vNjXZTUDlgmx7Wij7fjhQ482/OnQz93KF0Odv3RB/Q4a6tcpNv4VGfPi87HAtomMBz2107QRdLlEvrZF5fxA/TbU9l4pu6hvejtchNHJHt/pnxzKe8DPdO7n/d+4L4tcEjhFEMh9zAt+V/Dcd8LWb9f7ZM5gwrSxZNrkTU7WaN+uYF72f9yx1H9rDXW65ekZcKWqNUdd7WvanBgAAAAgN08dJubd4IWQjhH520GgOWlpk6/LapZL+U0FWx8s8lTX39LMRdgCS51HHPIYF7iOK8T9MsH0aQ1fovVZi41mexJ8TOLvphJ528ZlqP4zxejWeJ4z+6wdLiG2fP0WXEv9vpjKO8zP9B+EFMYTEMjLMbsmOw2I31OATZ0z2FhraE9WGJwdqc/s8ViXptvY5jHtEgIxxHNgqtPuAGVWteaoq31NmxMDAAAA5GKSuHmN1+2F0B5X9b7Dd2yC8wHL99dEaZZDOSbP+x+O7dtkqesNT3ZsqoeS7cjuDoc8NNbjg1j0CbVANC1yh1KLmpcydrzdV7gIk5D13FMZthBMtpiiKuAvzvjbjxrGpQrGJjG4iLdb09vxq6J3xK44L31Pv7CUt4yf6v+jCmE8AYG8OMOSfwPXB3+J37BIveo5vsrQnp8dPp8W031fqtx0G6/rwvXDCkudTPGs9bLI2/EYyUNVa4662te0OTEAAABALlwu86p7J19jSbffyL7L8p1xYvfGWWD4vk5Q1XvorUP9HhrKuObYRp0cvrfUd14Omx2VziKwS2zLqYH6cXK8iCrCbUudbQuKZGH7PPBYNV2ImSxE0kL/Ok/lTpNq7gs4JMUvjz0g5ot9beM/BHcN5V0omGfT21GFF6OetvkVJ9upEJdTSzour/bBonpY3IRxnxuACOTFaN/Q/SnVeM/aNk++SL6TH02dM9iYneMdt0LGNj11vuc7/nfTbXxaqr3A2QWT04rtbpQkdFyee2yqXHPU0b6mzYkBAAAAcmO75DDEJTJ5mB9P9PJ6qK61tOeT4bt6seErcQsTMd4yId5ZYjFd1Ht8reHztxz6en2AflQvlndx/stzftd2ZNcmyk6Nx9BvMXvT+OCMmI+5al2SjZ47HsvdLNWE5blnKOOK4XtrUgJRVngX20WQvtljKOuxFBeymt6OHw7viGkl3wXJ/QF/p8ZGVrppyW+b+L+boRupQxhPQCDPT6eLtndVUO4ZSx+dyJlfE+cMLoy3tCnZaFuS+s3W+kwOUJem29j0bqgjpIryoOBc5e/4M8dyllfVmqOu9jVtTgwAAACQC/UecvFYyXsM1xdrM+r32OG7tktGzxu+m3gpu3h92wSLOTnaqwuIz5b8bJ4euqB7a/jsCYe+vuC5H9elJr8aDiev19VKS30vWb6feNUeqmDMmi75upwSTHTBOMtjuaZNrlGP7wvTJkWW8DMv1f+mzaLDjmKFDxYZ2qJiQRmBsenteB5QqJknY5udiZht2xTcb8gvCY2gYvuMHv6t1t8Zm1fiKwkXMkoEgTwv96XzRm7Iu1s0b9MFtzqG8t6h0MQ5gwuDljapYLk4NQfV99ZfgfqtyTaeLtWEBMzbt6b3ZZYn+5rUuzTv73RVa4662te0OTEAAABALmwx6zodf6sCjYd3TorH7RMZu+gtryf8+dRCyMVDyOQV8bFA2w9Z6v3U8v3DqUln0T7XSaqvm+KPpfJ9FvdtmTzyHtk9KNV6lf5lGQ++w5wkmASRSxW9L1Z0+I6Oow9i92aSWIioIu70lLa+aO+j6SXzb3o7rji8I4oIHtruz6n3a/KOGSkwrhT16EzirPfyUexuEMbTY+6lIJC7kBVHOuQm7VZLv5wMNE/stjmDK6Y2bZGxEy4qIi8KWI8m23i7pd5ba3j2Vkv+u1GSTXx9184vUGZVa4662te0OTEAAABALs6LuzheRcxx9XrSY3afpLw39jtLHuM7fCd907yrp7zJk66IKDlBOoeRcbmFfl488VVPJ1N8yvcO/V328jCdnKdjsb8oId7cl2Le9ImXTNVepbawFOrZ7/OY8RxLeRs9lfO35POInhQvvPVvL+OxXeZ52u+hDVqHp4Z+8SU+NLkdOxx/E/LEK90nYwKv/m96g+CRpZxOHo0LUsLV8R7+jV4ndmH8pVQjjCcgkNuZKObLHkOIUzqn+WAo94MUF0GbNmdwxXQS6leqv6pwDmmqjU2i8O94HlA1JieTrx0+r7+XiVC7r2CZVa056mpfk+bEAAAAALmYJG6xZdOXoq0PVBc95nvQcXHw0jHPn+Ie91dF+fRGgWssPtsliEVFyX0OfbGgQ3++Ebe4pnsl7IbITvkzHM6Tkguw75Z6djqmnvYqXV3xs2WLH+p7ob27osXptRz9oB5QyUVMKmK6Hkc3eaE98yAeZcVMf+hZiGlyO6aK26WcHx36db7890Ku9pMe33I+30tlTBgfkd7FRRivQkDsxJS4bATyztji6H8QfxtxCZcsvwNlYko3bc7gyk+HNlV1KqWJNh6wzM8e1PT8meZg9zvM45PN7FsBx5KPNUed7WvSnBgAAAAgF7bb5U2LcfXU0yOC6umgwpstVuFgLOjMiidB+t098WLudc7yjzq2zyYqJML1MhnzbtV0N4cNbZcgFr24SSfOryx5q3d5IvqqEPwyx2JkwFHYSLzfXduxos2WyWV6E0qOVVtftotnapdEcKvDS8YUaudKgPJMovVjj+XYPKO2psZBslHzU/KHEXkaQKjQMZzloXxSwsQBbnI7Ljq+H/Q501BO6dM8+p7fLp1PfOztUNYvSxnH43ap1+uBlAihGwS96m221sEudQnjCVq2S3z6fhTItzjYRd+Rvk40HQ3cB02bM7hi25irMiRIE228zFLPfTU9fybHn+RScLW3xsNOTqq+lXKOBFWsOepsX5PmxAAAAADOuHqodGNyPcr/rUDezyXfseMRi3BRhpUF6q/elK5xhmfJmPelLaln0OlYsEkvqIbihdeBDou63+IWG77sQkDT4XghMFP+3PQ5UdPztUmyNzQmey5rwGKfYx7L+l1gTBYRgWdKdmghXejl9bhU7+VOwr56b4Y8VdDkdkwv+A41pR0ex9Ud6XxMvRdQr+NuF8YTEMg7c85xHGsM/jIn8vT3+JKljF2e2tSkOYMrpnfcgRrGTdNsbLuE8q+a3kl5f08+e6hrFWuOOtvXlDkxAAAAgBUVYtQL5rE0Vxh/n6O9N3Lm/bqA2GCKDX7KQ5+dzdmGvEcTF+dYiOVJ6hXjM6ZqkTF7osZnLeuypE0Byloi1R1XzbP4U3FvuERZCw3P13tx2yTTRec/8l/xVet2XKrxTmxyOzZ4eh98tozDrznzuyT/jW/fK7gI48+lO4TxtFjjIpBv6aP51vWcY/qW5IvhPxDb03Sa51v8DPukKXOGsr9pdd5j0CQbP7G8p+qyX16nEh+XrVax5qizfU2ZEwMAAABkoiKhLWZzU1IewXlLjnyLxOmdb8lzrYe+05ABTx3bsLlgGTMtC5w8SY+JhziGfCBHHfRI6c6an7lJHep1I1BZB8UsUPsMF+IaakPF4GUeytOQA/cM5VyVlgCffnanxP+m8TzbPep/xO+QGRWPhya3Y5O4xeXNSnp8f5qncfW9C57t0MwV86Zrtwnj6fFqEsh1I2i69A8fpLiAqSehdJMk7VGZnIwajp/9jw5zmlmB2taEOYMrncTxs10wfppg44mWco/VZLtBcb9P6X38zvVB6DVH3e1rypwYAAAAIBPbRShNSnkFt9tiv9jykBQTEPeI+fKrQU/9pxNok0D+OV5Il0UXT68L9MmveJK7TsLEbVbUS9TFe1xjN87pgmdugvzXc2dqoLJMoqvvy5dMYUKSdFn8i3cqCD0q+M7QZ1FjX++Q6uLY9lo75krn+OGmpJ93vQDQJZTA5Xj89QNZAnm3CuPp36pOArkKuTOkfxiQPzcKd6b6Tf+2MJ4/3JNiIYVMSeMKV+Wh381zBlfaxfELXTaWutnGGy11WFKj3XY72Ej72ncM7pBrjm5oXxPmxAAAAABgmEQ+iielP+PFkE5g9aKgpsS6U6F9v7Qu3fwZt0UF88MB2rAonrzrsfAPKbtp0vAHL+K/6QVga8XfJoANFcj/jtud7ksVGNRDaX4X9deatoXAhh56nlTkUm/mz3EfqDfvw3g8hN6YUHFUxWEVSh/E4/Fn2/jUTZSRuD7rpDvDbzS1HQvi+txqq7OOARVF9WKtnVJMxNYLxC7Fz3T6PX1A+kcUb7dHWiB/3kVChwn9PUpfNtdvwriShD3QZ8QW51dPh+mmmZ6esF14bBJCb0nxS357dc7gQnoz52QXj6km27gu1sbPxbe2ucqxwHOVqtYcdbWPOTEAAAAAADiRvhT0MuYAgAIkAnlThPGERCBXYfyvPuw39ZhVoXJ7ge9q6BkVjs7EeagnuIpe6Y2o1/Hf9B6Cbt0AbAoaW1w3JTZiCgDmxAAAAAAA4AcVsZIY/++lWaIWAHQXsxr6Dpkk4WJeAwAAc2IAAAAAAOhSrkh3xNwEAAAAAGBODAAAAAAAlbA1tQg4jDkAAAAAgDkxAAAAAAD0OnoBUnJ09D7mAAAAAADmxAAAAAAA0OtMiNKbeBGgF+hNxSQAAAAAwJwYAAAAAAB6nWvxIuB3lJZjDgAAAABgTgw2tshY/JlQ6VeUfkbpm7R2LO5EaSRKZ6O0KUqLojRAV2SyKLbZjzjdjNICzEKfAgAAwP+xPzX33IM5AAAAAIA5MbiwNErXo/ReWjsK/9aUVEC/FaWdUZpCt/wfwxn20r7aiHnoUwAAAJDVqd/Ti5gDAAAAAJgTQxEGo7QmSqel5eldp1B+RVrB4/uZSdLyts+y009sRJ8CAAD0ObOi9CX+HX0Yz2cBAAAAAJgTQylmRumT5BO1X0Zpa5SmteU1Xloe6hpC5UKUPubIU4X6CX3aB7sc7HOBoUqfAgAA9Cl6udD7+PfzrXD6EAAAAACYEzMn9sg+cRexdVdiXI68NbTES8e89YbVWX1o/0sOtvnMMKVPAQAAegB1hjgkrXs4NOTf4ShNNnxeJ/2v4t9OvdNmJiYEAAAAAObE4JN14i6Ozy+Qv17CedIxf+3guX1m/xFH2wB9CgAA0GQmpyb17fO/JR0+PyNKr+PP6PFRLrUGAAAAAObE4J314ibkvStZzhHHct6Lebek1zjtYJMPDFP6FAAAoOGYnCV+RGlvlIbitEvG4il+y1goAAAAAAAwJ4bSbBM30fqsh7LuOpZ1pY/sv8rBHicYpvQpAABAwxmV/Be462JgKaYDAAAAAObEEIpLjh0x7KGs2VH67VheP4VXeSxmD+PJDFP6FAAAoOH8zLkI0IXDQswGAAAAAMyJISTPHTril7Tc+X1w07Hzz/VRH2hg/QcdbPBUCLJPnwIAAPQGrpe0a3ohrfiKAAAAAADMiSEYKni7eHLf9VjmZnE/MtBvaOwgDXOzPUrLGZ70aQm0rBtRWkYXAABAl7Bf3MPrTcBcAAAAAMCcGEKzzrFD9nssc7q475DMp4sAcqO7il/jZ2gn5gAAgC5hIEq3xRx2bD1mAgAAAADmxFAVp6Se+N+u8XUYDAD5X7KPUs/QPEwCAABdxq4oPYzSjzg9iP9tCNMAAAAAAHNiqBKNXWMTqD8FKPeTuInj2+gigFyckz8vbQAAAAAAAAAAAIA2pombQH0xQNl3pfpwLgC9TnvcqkuYBAAAAAAAAAAA4L+oV3ZdoU1cxfHtdBOAE7s6PD8bMQsAAAAAAAAAAMB/GRG7OP07SuMClP1c3MTxTXQTgJV9Gc/PZEwDAAAAAAAAAADwJ3pp33exi9MPApX/TdzE8TV0FYCRkxnPzjNMAwAAAAAAAAAA8F+WiZs4/XeAsgcdy9Y0jq4C6MikKN0yPDv/YCIAAAAAAAAAAID/ckTcxOmFAcpe7lg2nq8AnVkSpXeW52cVZgIAAAAAAAAAAPgvT8QuTn8OVPZBcRPHD9FNAH8wQbLDqKTTL2mFTgIAAAAAAAAAAIAUGo7BRZy+FKh818s4Z3oscyhKq6O0LUoXonQ3Sl9zfH9+lM5G6YO0hMdPUToR29IH06I0HKUD0roo9VWUVtQ4RhZFaWc8BjR0h26U/Ijbrpe0arz6l3Fd90Tprxrq2E99OiXO57Pjs3PTQ/3nxPXfH6XLUXoUpZ+xnX2xMUpPY/vrmLoRpQW8ogEAAAAAAAAAIBQqSLkIbBsDlL3QsexrBfNXb9lFcd3Vw/Z6lEYzyrjnkN9kaQmDWfV8HX/GFRU59ZLRtKDb6WJUFaAnVTwulsd1chVg29P9OA/f9Gufar5HpSUe/y7YJ1npSKqcobj+u2O7aDijXxW8G3Yb8t/CaxoAAAAAAAAAAEKgXqw28SyUOHtH3MS7eY75aezlQzLmmZtHRDxsyVsvLR11yOdsh+8mXskqNt6I6/YzR90eVzQWVHhWkfJNhzq8lZY4q97OQ6nPL4z//WtG3bXNE0vUiT4VmeFYz6Lp/0lrA+pjwe8/9zDuvlneP3N5VQMAAAAAAAAAgG9cRLdHAcp19Vg/kyPP61JcIDSFuNgk7qJsp/jOW6SceHm0gnGwXloCeHvZKphuFXvM6qnxOOlUfw25MqVgvejTVl3/DZj+P2mFybkb21uTev7nEfuXlhh7cx3yv8CrGgAAAAAAAAAAfOIa1uSI53I1fvFXh3JVrJ2QI1/1Mta401Pj782WlrD7RopfWFhEBJ3TlsdAXB/1oF4U11HzveuY3/KAY2B6lG5nlHslp/0nGWz9Mmde9Kk7ptA3p0rkq23UTaz3Du25WKKcCVLfhcAAAAAAAAAAANCnHBQ3IW+JxzJniVv4BvVk9XUZn16GaIqbfDvje2ulmCfuohx1u+9gh4FA/b9Bsjcp9hfMc6WhLVc81p0+bTHfUtZaD2VozPVnYt+MGF+ijAcO+TedlRL2BEA3pev8vAIAAAAAAABAt2MT8TR98Vje6jg/lxjnazy31SS+/d3h8yqG/pA/L5hUL9xRh7oP5ajXRUt+I4H6/pShzM0l8zYJqcvpU699usdS70FP5Wjc82+Wdm0rkb9udphOA/zogfct4jgAAAAAAAAAQJegXp4uMZd9CHkab/q8uIkqKoKtCdBeU7iLds94Feo+yZjHalosXmKp/4Oc9bLF1N4RoN/vBC7vgEf70KfFy7rveezst7Trdsn8NSzPJQlz6Wc3gDgOAAAAAAAAANAl6AWMLiJHGS9iDYuinrk/HMt6L/5CqbST5bHeHuJC///j1N+HO+R11tCGZTnr9dlikxkebaDi4yNDWcc9lbPG0qZZ9KkXBizP1mHPz5B6z5u87HWzbbKHctZ26NsrPfDORRwHAAAAAAAAAOgSXD2590pL7FTv705xkjVsg3ojr5CW6Kifvyxul/ilk9ZnYqC2DhrKvdH22RNij7s9Tv4b0uO75N9ImG2xyRuPNtBLDx8byrrruSxTu/bQp15YJtVf5HrUUuZ2T+Wsa8t3Zw+8cxHHAQAAAAAAAAC6BJdLMatIKkguDNxWkyi1L+Nz1xzyVQ9XFQP1YssiHrN7LbY57dEGplAq6g08xbPNTe26Sp96wXShbqiLXGdK2NAqCQNt+c7pgXcu4jgAAAAAAAAAQBegQlOdwsnPKF2Q8KJ4wiFDXRbFn9GQI8mGwQfxEx7Cxj2LndZ5KudsReWkMZX3kj4NXlZIcdJ0EarGcx/voYy0OP62R967iOMAAAAAAAAAAF2Azbs1RNIwKxel5ZE7WHF7s0TEH6nPnEv9++oK6qRhPEwXov7yZKctEv7C1U6YyvxOn5ZmMM7PFA4pFDst/bvRQxnp8DQneWVDwXcNiUQikUgkEolEIpFIpGalSrjtWBmNI64hJi5F6aa0PDi/ScvzOy3M/YxFya9Reigtr0H9jsaW1jjkk6U+Bg2CZRJmY2nq3y5VVC/bhag+YoDPivsrqwz927RAIvG/FpGYPi3HaktZ8wK2c0oFGy4bU/ktFADEcRKJRCKRSCQSiUQikRDHPYnFvxwq8qxHhJN1hjbujj/zIv7vLxUK+Rcs9t/voYyHljIOBGrbDLGH1aFPy3HcUM7nCtpqCq2iJwPKxjsfifN6gfYLiOMkEolEIpFIJBKJRCIhjlchFqfT8R4RTk4Z2jhfWp7xyX/vrLBenyz2n18yf1voC43BPRSobTav5u/0aWmeSPWhctLss7R1eckNvO/y38tVARDHSSQSiUQikUgkEolEQhwvxWnHiqzsEeHkdUb7vsQi3If4v59XWKdFFtuPlsxfL6L8bCljV8D2bbSU/ZY+LcUEMcc231pBe22X+h4rkfdWGQu/MxHtFxDHSSQSiUQikUgkEolEQhwPLRank8YPH5DmM13M3rXpi0lXVFivwxb7l42RfVTsXuMh+/eEpfzr9GkpbLHNZ1TU5reGOjwpkW8SDugcui8gjpNIJBKJRCKRSCQSiYQ4XoVY7Eu87Ca2G9qo4Tbexf//RsX1emKx/8YSeavX+DdL/vsDt++6pfxT9Gkpzkg4r/w8nDfUQz3bi3h9L0jlMRfdFwAAAAAAAAAAfLFD3MTxnT3S3muGNh6RMRFvToV1mmSx/e/4M0U5YMm/ilAV3y112ECflsJ0+uN8he0etrR7fYE8k4s47/G6BgAAAAAAAAAAn5iExXSa3QNt1bAhWSKtxuN+JtWLicomi+2flsz/vSX/C4HbN9thfE2jTwszVfwL0kXR+O6m2Od5w6Kk45gvFwAAAAAAAAAAAE+osKixxG3C5dseae8yQxs/yZhH78yK6zVisf/REnkvd+jfZYHbZzud8II+LYXpslPfHuou3PfY11ekfLxyAAAAAAAAAACA/6CXE7p4jZ/tkfYecWhr1Rf+mTyffXjMnrPk/amCNt6QcEJxP/ZpO5cN5Tyr4Tk7ZGn7BMd85qa+s5bXNQAAAAAAAAAA+OS4uInjwz3S3icObZ1TcZ1sGxTq2T9QIv+PUq9wrGE2flnqMJc+LcUnQ1n/1PCcLbO031Xovin+Q9AAAAAAAAAAAAD8jyQes+3iwKEeaOtEh7beqaFeJyx1ulYib5dY36E3PjZKuNjb/dinefu4Do9rFf5/Gup02CGPpanPr+JVDQAAAAAAAAAAPrFd4pek+z3S3o0Oba3jwr+XljrtKJH3ZrFvfAwGbt9NSx2206elMMVz/1VB/xbpd5fNgWTj7nGPv4dXOr6HeyFd52cXAAAAAAAAALqFTeImaBzokfZetLTzTQ11mu5g/xkl8j9vyTu08DhFWgJ8Vvka8mWAPi3FVUM592p83g4Y6jWa4920pMffw4jjAAAAAAAAAAA1MCJugsbCHmnvJ0s7/66hTjslrLhr89q+GLh9hy3l76NPS/PNUNahGp+3xRY7TMz4noZweh9/5mYfvIcRxwEAAAAAAAAAasAkqiXpc4+0db7Yw4tMr6FeNyz1OlMy/zcSLqSJDQ3nMWoo+4OUi2Xfr32aZpGlrDq9rm1xx7NioR9O9d9c6X0QxwEAAAAAAAAAKsbm1ZmkKz3S3n2Wdt6toU4qHv+SsJdlfpf6LmvcbSl7I30adFz/kHIha3xgOrmwv8Pnp8f11r+f65N3MeI4AAAAAAAAAEDF2MJdJGlTj7T3jqWdW2uo02pLnXxcpmgTaucHapt6hH+UsMJ1v/ZpmlvS3ULkQUP9Rjp8/kr8N93UmdYn72LEcQAAAAAAAACAinkobmLG5B5oq82bV/82roZ6nbTY3sdlirb+DdVu0+aLhvOZSZ+WZsBig91d8OytMNTvbdtnl6X+drCP3sWI4wAAAAAAAAAAFaIX4Wk8X5uQ8axH2rtOulOweWqp1wHL99dEaZblMz8sZYRAhW9TOJet9GmpPk1YYSlrruUdcDtKqwLbY9DyrklizqvQ/zL+t3dSLhY9AAAAAAAAAABAJhrr2cXL73iPtPe0pZ2ba6iTejXbNigWGL6vAupX+a/3bTvvpXpx/K6hvAv0aek+TThiKGfU8t3k0tCFFdjlsaGeiTifjp2+jlc0AAAAAAAAAACE4qK4ieOreqS9r6X7wm+stdj+k+G7E6L0Stxiwl+XasXxPYayHnu0dT/3acIDKXaR7t/xZ45VZJczYg79MlVaoXb0v+/wegYAAAAAAAAAgJCoV6lNGFeBcaAH2jrd0s4bNdXriKVe5w3fvR1/5ppDObaLV32Gr1gk2TGwNVTGFPrUS58qtnAlWZ7za+K/v5LqQpdsMNTzcpQupd45swQAAAAAAAAAACAQS8XNa7xXPDi3W9q5taZ6XbPUazjje+dlLGyGy2Wpiy3lLPPUHhW+P2aUof8+nT711qfKaktZnew9T1oe2iqqz6/QLn8Z6pkeM0d4PQMAAAAAAAAAQEhOiZs4fr5H2msSLFUknFRTvd5Z7D++w3dOpv6+MkdZphAk+z20RUOCZF1EqfGzp9Gn3vv0kKGcrx0+r32QCNH7arCN7WJYHSfjBAAAAAAAAAAAIBAqYn4XN3H8TA+0d8DS3gc11u2nuMcC13acT/0tb6xok6f1s5LtUMH3XkbeD8VfKBX69E9uGcq53/ZZFcaTDZJbNdnmlvTH/QYAAAAAAAAAANCl/CNuwrimqz3Q3mWWNu6rsW6/LXXbmGrDs9S/3y1Y3lNDWesK5qkhQB5l5Kke0QP0abA+NXliq0g/O7a/xvv+JGPe2XV51Zsu5bzCqxkAAAAAAAAAAEKyTdyF8bKiabdguyDxrxrr9q1AfzyP0sSC5c2U7ItYVTzNG/pEY1Z3CiPyQVrxsOnTcH06pUA5n2u2zaaMeuWJsw4AAAAAAAAAAODMYJTWij2kgSndkNZFgkMNbP8TMYuSdXIjZz9oWIyyIUoWSrZA/j7+uw0VcvUEQruX9K8oHZdW6B76NGyfLs5ZzpcoLarZNlkXiG7iNQ0AAAAAAAAAAD4ZkZZQaAvzkCdpXm+idD1KSxtgg4mW9hyruX5bctjeZ+zuGZIdIzwJpzPcVt6U+N80RnZ7OA/971NxvvRpNX06KPYLLtObHnO74HmcJJ033gAAAAAAAAAAALzyb+C0pQE22Ghpw5IuqONtSx1VAD0kYWJ3q9j9SIpvlOiljzskvKc4fdqZ3Q79dEHqizHezgT5rzf7VF7VAAAAAAAAAAAA/YuKnCpSq2iqFylq3GoVWPViySpiMWsschW5L0fpQZS+xvVIkv73Y2mdRjgqrTj0Q3RbV/RpEjLpW1zOd2l5pKsH/Zwus8ka+VMc38AwAQAAAAAAAAAAAIBe57SMCeOXMQcAAAAAAAAAAAAA9Doa2kW92pMY6JMwCQAAAAAAAAAAAAD0Oleku+LCAwAAAAAAAAAAAAAEZauMCeOHMQcAAAAAAAAAAAAA9Dp6KWgSTuU+5gAAAAAAAAAAAACAXmdClN5ISxgfjdJUTAIAAAAAAAAAAAAAvc41aQnjv6O0HHMAAAAAAAAAAAAAQK+zX8bijO/BHAAAAAAAAAAAAADQ66yWMWH8IuYAAAAAAAAAAAAAgF5nVpS+SEsYfxilQUwCAAAAAAAAAAAAAL2MXrj5XlrC+NsoTcEkAAAAAAAAAAAAANAkJkTpUJRuRul6lA5HabLh8yqEv5KWMD4apZmYEAAAAAAAAAAAAACahIrgidCdTip6L+nw+RlReh1/RkOqLMCEAAAAAAAAAAAAANA0Tsp/hfEk/YjS3igNxWmXjMUY/yadxXMAAAAAAAAAAAAAgK5HPcT/zZlUIF+K6QAAAAAAAAAAAACgqfyUfMK4iukLMRsAAAAAAAAAAAAANJmX4i6Mv5BWzHEAAAAAAAAAAAAAgEazX9yE8StRmoC5AAAAAPqGKZgAAAAAAAB6mYEo3ZZsUfxDlNZjJgAAAICeng8uiNKGKJ2I0vUofY/ngqswDwAAAAAA9Dq7ovQwSj/i9CD+tyFMAwAAANB4xkdpRZSGo7Q9SuelJYK/idJvyXaUmIzpAAAAAAAAAAAAAKBp7BCz+G27bwYAAAAAAAAAAKAvuCXFRLQ8SYW6n9I6qfQlSvejNBKlf6QV1mEW3QDgjbVRehY/az9zPqtnPNVhUZTuyNgJxZvSCuMC0ET0FMYaad3ddCn+3fwsrVBEyTOW/o17HKVrUTodpU1Rmp2jrNVx/mcwOwAAAAAAAEB4/paWWP1DwovkpqR3XpyL0jK6BMArGjIvEcxtz+Gwh/KGJXuTbCPdAQ1hfpSOSEvoLnoSI50+Rems5TduapTex58foQsAAAAAAAAAqkVjDasn90OpVyjX0A5b6A4Ar8wX+wmPCSXLmBSlb4Yy1Lt2Dl0BXYqO333xb1DI3zgVwM/Hv3O6mbReWkL8aOozB+gOAAAAAAAAgPo4U2DB/yhe7M+M0kCcj/6viu5r4sX+oxz5PY/SPLoCwAvjLM/bEw9l7HJ4ri/QFdBl6G/WqSj9kno3htNpLd0CAAAAAAAAUB8aY/VbjoX8oRx5q+foTcd81dN0K90B4OWZNj1r/3go45LDM/2ZroAuYYq0NoLzhE15Fn9HQwQtiZ+r9udsZZR2xr9zRUOyTKF7AAAAAAAAAOrlhrh7jBdBLypz9dTbQ3cAlGKFhPdUHXF8ngHqRE806Umm7+Ie6kt/g6YVKEtF7qOS73Lcb3QRAAAAAAAAQP24iuN7S5SxOodgsI4uASiMKeSJercOeijjtLhdvgtQFwuj9NLxN0cvq/Z1SfRf0gpd5FLuTboJAAAAAAAAoH5eOS7ky16wd9ixHA3HMJluASjEVcOz9dBTGascnuMTdAXUhF566RLmRH/7VgYof0jcQoqdoasAAAAAAAAA6mXQUUR476ms9+ImkCOsARTDdIfAUY/lPBaz1zgbXFA108XtMmj9zdP7MwYC/7Y+sNRjI10GAAAAAAAAUC+2+MRJuuCpvL8dy9MYsUN0D0AuFlmeq1Uey9IYy53Ev6dRmklXQA2/ZaPittG7sKI6TY3SF0NdFtBtAAAAAAAAAPVyUNzE6mFP5c0W99jjw3QPgLfnWS/FDeEpuyRK26K0PUrL6QKoAR1/Lieg7kRpUsV1217x8wjVoe87vbNlGaYAAAAAAABoLnfF7Qj6eI9lfhc3cfwU3QOQi/uG5+ku5oEexPUuiws11vF1h/o8o+sazYwofY37cifmAAAAAAAAaCYaE/WX2EWFB57LdRHkNV2jiwCcmSBm79lDmAh6jH+kGRutOzvU6RLd11jU4z8d234eJgEAAAAAAGgm68RNWPAtql13LPcWXQTgzHrL87QYE0EPccLxd+RMF9RVT161b0Tvogsby7lUP45iDgAAAAAAgOZyWtzEBd+iGuI4gH8uiPmCW4BeYa/jb8hIF9V5pK1ua+jGRrJfOAEAAAAAAADQM3SKg9qevgQo95a4CRvX6SIAZz5KM0RCgDJscPz9eBKlcV1U721t9RuiKxvHrg7jbCNmAQAAAAAAaCbTpT7Pu3eOZZ+lmwCcmGN5lrZhIugB5kfph7ht6k7vsrrPTtXvE13ZOPZljLXJmAYAAAAAAKCZbBc3gXqz53L1EtDfjmVvoJsAnNhneZamYyJoOBPFfWN1uEvb8FO4bLqJnMwYZ88wDQAAAAAAQHO5Jm4ig2+vqNWO5f4WPLIAXLljeJZeYx7oAa46/nZc6eI23I/reIzubASTxBwG7h9MBAAAAAAA0EwGpHVBn01keB6g7PPiJnDcoZsAnNDTGL8Mz9JpTAQNxzXO+Ffp7k3VK9Ldnu0wxhKxn1RYhZkAAAAAAACayTJxExqOey5XvbB+OJa9km4CcGLY8iytw0TQYFTs/uz4u7GvAe2ZKpyK6mYmSHYYlXTSDckBzAUAAAAAANBMjkg9AvUJx3If1Wgbjc28KUoXpeW9rhe7/YwXwirsf5BWSJrdUZoSqA7TpCV4HpJWKAH1Xssb+10X+Dviun5N1f9l3A8zS9ZRRYGN0rqw9X3KRm/i/Kd1yVjvhv50ZUpsU63rvbjfkrp+k1ZIBh0Tk9q+d0bMAs5g4HF6IB4Hr6K0oibbLYjroc/L67hvkz5+Ia3LfRd3+N7cKG2NbXg5Sjfj8azfW+25jrOitF5am47X4z6dkDMPre/ReCx8S7XxUTw2elF0Pef4u/FOECuzWBSlnVG6JK0wIZ9Tz4iGMPse/zboc7wnSn/VUEd9n2yPn8On8fj+GdfvR/xvF+N35CSH+c3UAu/fA+K+EXOTYQUAAAAAANBcHjss/H54FhoWi9tFnPqZuRXbQxfF+6UVRubfHEkX7gdLlDsQ20XFWxWA7kp2uBtXMXtclA6LPWyO9u9wwTqrd+YnS/4qQi+taXzX1Z9Fx8A2aYmdrhfVjkZpfiqPN4bP3vNkzzVxPS8YxqnWf1KFtpsc99fbHH18ta2ONwyfLbqBNCStTYLEXvdl7CLGopuA86J023FsLO6h36r5Ofp2Oz/tf7A8Hn+fc74Hk3Q/ziM0umk0kuP9l7xr7se/deviemqIk+Opd7nru003m57mLN8lHWEIAgAAAAAAdCcTHReB1z2WqR5hHx0XlPsrtIV6x6ko3R6v+YG0BOvEC1PFLhVevmXU+Zyj3VVgVGFZ486+yLEYf+PYHg2X807yicF5NiI0BuvrHPl/kWo9Wavsz7KMi8d6p00GFWr2SssbOtmgmhOlU/Knl6y2Y5alDw7kqJMKkephrZ6bKhq/ks6iblZ6XFE/az+qCNYeokmfJz0FoJ6l01O2mxHbOhEJVZROvOmzwjy53reg4ppuMqlIp8L7+xz2cukbrecxySfc6XM3VXqDe45t/iB4jUtsg93SecNMN5FUCF4RvzuSzy+M//1rhm0vx79fIdgpne9L+BA/H/NS/ToY/wYdEfvmrMvzq++FUfEriKcTceUBAAAAAAC6lI2OC7udnspT70tXwfZKRTZQcU1jiv7uIB6YPOX2SPGLufKIjEUuVPy7YN7nHW12uGD+R3u0P8ugYTw6bRY9Ebu3fTq++Pb4OTXZf2GOem2RcmJQFX2t7f2SMY6nW76rYtiH+POHY9tkteUfh7psKGmvOZb8p8Vjokje/0jzWSJ+Nxp6nfXS+RTFx/idY9s80A2VRxn21ZArvsNOHcooSzfmxlu+q+GIRgzjYcSh/E0SThjXNJchCQAAAAAA0J1cdFzY+Yg5qsedXY90X6uo/SpojWaUb4v/O1XM4RpMqNfvmTidi8tzvZx0rSXvCyUW8O8teQ/FdS2a//Me7c8i6EbRA+kc4ibPZtSJVBtNYUG+5KzfQGwz9RLVGMUac1sF87uOfR0yBIMKxZ28iFXsXpYjn+Up25TdHNHwJZfjsaJxnL/meC5sp0HmSTmv1pc98Ft127Gt6nk8RfqX6QZbXZF8ce0nSXaYppeSP0Z+FmsyytDTKuM8zGdOeKijae5yiqkkAAAAAABAc7EdR048bsswW1phWbrJ43RiLBR0Kv9Mjnyy2vCtQJ1UiHgmduEn60JF/fdb8l9RV8VCFTpV/L3nkH8W4zp8Xz0LN8Rlq3ffZbHHNu+X/jShInOnON3q1Tk/Z17TUnX8JeW8J125L9XeUZBGhepOQvFDKSaKJrHoPxueiYES775bDu88k3inovuXtvfxLhm75FY9zl+IPWRSk5mT4/fjuvQv+i7O2pQpGqJspYQ93TUg2fcEbMuZl27evuqQz8aSdbTFul8rAAAAAAAA0NOCw9mCC15dMN4Sd1HjQ7wQD40KVlmxss/kzKuIyGxiq8VGtwzfTXsNqwd4p5Acf0kx8VrF7zvyp1i8pcPnJklx8b0X+7OTHc9Lttf+tIL5vnF4vjZ7tLntxMlIoGc3y7tbvdnHFczzQolnzoUhMW9a/CvZ4XPUYz8tdh6Vzptji6W3xfFTOX5H1vfp7/mpgM++adO27AmRtYa8i9xRsapDPqsDvXeSuw0GmU4CAAAAAAA0k72OYsPJeAE8lJGPLgw1nqbGP9a4oeq55xoiJBFaNebv+ArarF7UXyQ7tmkepot/D+ldFlvtzfhe2mNbvbsnGcow5f804ztpr2z18ptVMP/PfdafaVToeZiRv3pClwld5LIJNc2j3W0nQXYEeHZPZJSloWnGlcj3QMFnLg/fCjwTs2XMQ15PGZi8Uwcc3rFNRdvmGqLmp/SfUKm/m3cCP4umZ+RBybxNG21FaT9JMS7g++4+U0kAAAAAAIDmckfyx65VD8hvcfoudo9IU9IFrApPEypqr3qPZYn2ReKnmi4zfVawjpck/6VeR+RPj11TCIjJlvwvdvhO+vLNJ2L25huy5H+jz/ozQYXpV5ItvC8smb9NHPcdc9p2d8AMz+WdyShHTwxMKpm37XLZ+SXz1+fxtyH/Cx2+o+Fh3sd/V2F4iUMZpjaMNvh3al2O35Rr0l/o2H9ksMdxT+Wssdh9Vom8nxvyLRrOaL/4OzUxIObN/sNMJQEAAAAAAJqJeteVEbaLJBWI1HP2b2mFdKmS1Yb26uJ5doE8TRdTni5YzweS77LMTam/X3bIf9jSR1vbPp8+8q4ijE1wXmLJ/0if9aeiwvg7Q94bPdjDttHl88K42VLucsm8ZHmMq2js46LgsxL2pIMt5Mlw2+eHZOyEgYpyyxzHmKmMjw3+rbLdYxD6xEK3ou/ixwZb3PVclsnue0rkbRKelxbMMx0y7knJti+T+i4eBgAAAAAAgIDYPMF8JQ3xcUxa3n91HXdfYlmAF7moTENwmLxBlxXIUz3UTBsW7R6mC1LtcvWYtHnJpj0A1fs3CVmiXv4uHrrbLfkv66P+VNQD2BQP3Jdo/UWquzDOFo7pdEVlDXsqw3Raw0fsdNMz1+mC3XSYiTWe3uefGvxb5RpSJetkTa9i2hAblWKX05ow2f1qoHz/8TBuyj7DB6Wei4cBAAAAAAAgMC4XnKlwo6Kaeidvk1bs8YvxQvixNONytJliDgHxvGC+pwPkuUDcPUxVqE7CLqi3uevGgyl26rvU5wZSfaxep1Md8x8JLCQ0qT/V2/KpmMMK+dow+in5BNgy3LOM03WeyjEJvhc9tueGoZwtHvK/L+6iYnpzKU+s893SmxdyLhJ3Yfx7H/1+n63oGUwTKmyTaaPzsxQPu5b81h0L+L67zlQSAAAAAACgubwSN6/vLMaL26Wbt2ps4/h40W6qX5FYz/PE7GW8smB9N4s5JE36UrFE0FOv5Mk5yvgubp7px6VYPGzTxYMjfdafN8UsWM/1OM5NNvEZXmGcxVa+hPhZhrGkXtCTPLbJFPJmuoe+MdkrLb5rbPNkk+NyznJsoUfeSDOxif79KFRusdhhJFC5oTYm7lvyPlow38QBoEzYKlv4ub0CAAAAAAAAjcQWnzZJByz5XBC3OONTa2rnRUvdrhTIU+MBv5B8l+u5YhK47qc+tzP+NxUP88TWnitunulLU/+2OUf+Ni/PHX3Un4csdT3kcZzbQmrs91jWegkvxOvpAtMlfVs8tmdQssXrN4HtpeUmIr+K6K9lzAt3XM5yXkh1oW6qZETcxfHj0vuYNo2S34RpAcodJ/ZTZkU57jCHKHIp7vJ4/JS5UHe1pW7zmE4CAAAAAAA0k22OYsMiSz5LxY/IHoINDgvuWQXyNcUnfir5Ra00rxxsqHVOPPbzxlzeahE3VChWke6tFBOG/7bYfEaf9OdyS11VBPUZ5sQW532Bx7JsG2I+hHiTWPbY83vC1FfnPOR/3pD/gw6fUw/cvJfJjnd4B6+VZuJywsnnxbbdzsOafmtnSLiwPYsd+lY3qibUYG/Tu+izAAAAAAAAQGNx8cb74pjXW4e8XlXcPvXG/CT+j54fsSzey3jITxR7uBD1qE1iWJ/y3O83488ksWxVwM0rDN+TMGEdmtSfWtcPlrqu8TzeTScOfAs4tn6YXzJ/W9z9xZ7bs0fC3pdguow1CckwLOW84ofF7tVb12XIZdD33W9xF8dXSm+z09J+fe8MBSrb5kFdNt77a4f+vVaDzZ9I9eFrAAAAAAAAoALB4ZvDQtR14XdQ3ISLJRW28bRDffLGpj4m5svIyoaOMYVfGI0/k3hmF73I8aOhDPUqXyljXth57WOLzXq2T/rzvKWe9wOMd5OwdMVjObawOaMeyjCFUwlxf4Hpgtqycc1nWez1V5SmxHYrI7bZno+70kxcw38laXwP/27rWPxsaf+ugOVvtJT9tmT+rrHlD1do8wli3pzZynQSAAAAAACgmSxxXIS6xpqeIW7efecrat8ch/rkCc2g3tMmz9wb4ue49xlDGZfidqn4rMfXi1zkaDoWr/lOk7FTAH8XyN8W93q4D/rTJczQQs/jfaqlvE0eyzpsKetSyfx3VWy7ARm7ALM9PfeQ/w5DW5L8r8X/rRtXkwuWY/O63S/NZLW4C+O/e/x3+6jYvcYHApZ/QsJehjok5s3bUHcOmLDdrzBDAAAAAAAAoJHYBK4kTc+R5x2H/H5IuCPfaa471GW7Y14qxr2U7GPkuz3W23ShnnrtJeFUigpdW8QcUuVU/P+fFMz/pJiFq6E+6M/nUr0Hry3e+GSPZT2RcDGf1evXFLIlhMf9KkN5pzzkf82Q/1H50xt3VcEyXLyrm3pp4DpxF8e/S++iXuO2016hN0Bs72Efz8tOcd8IWVWB3U0b1m8FAAAAAAAAGovtQq8krEQeNojbonZb4LbNcaiDeknbYmlPjhf7WR7L6l0802O9J1qEgCQ2dpnLCK8YykiEbfWinV0wf5MwfL8P+nOzQ12XBxjzNw3lPfNYziSxC1ZlwpDsl+rjSZtC4Kwrmbd68X4Xc9z5JExGmZBDtsuVR6W5bBR3cbzJ7bRxwOEdODFwHb5b6rDBUzkvHPtbNwtCb/qYTmScFwAAAAAAAGgkthiaSTqdM18Vgj475Hs/cPvOOtThsuH7GgNYj4//kOzwHcsC1NskAr2PhQDtt7klysjyylVhJbk08FDBvKdYbH6gD/rTFtrieYBxM17Mcd7/8VjWJkv7npbIW+PVj0qYy1xNZX4V/ycdEpYZ2qPhI5LNqndSLiyT7XLlS9JcXDacmh5X3YX3lrZfCFz+bAf7T/NU1sIcff4+/u0JgS1c1XoBAAAAAACARmKLoZmktQXyPuWY91+B2qZi1g+H8tuPY6u3q3pf3jd857aEEcUTLjjU+0RgcUNFusGC+ds8PBf1eH8OO9QzxGV5tpAqPr2tbSLs0YDtCBEywiT2P/KQ/xExi3rJ/19dspyvEi7UTd1sEneh9Jb0Jssd2r4scB12WMp/4bm84zn6PdSGu+k3rewpGQAAAAAAAKgRFxFWPVGLiKTzHRezRwK1batD2R/jz2q4Do0vfVeyPenfxnWdWUG/2DwDv0i5Y/PbHWxT5lj8ZUvde70/H0g9YQ8eiTnGv68L+mwhQsqGjDG1Q/tzasV95sPj3iV81bWSZSySsKFu6sY1XFcvi+PnLO3+VEEdbki4jbFO6Mboixx9fzBAm02/ac8EAAAAAAAAGstHh4XmvRL5P3fI/0NNC/ikbJMQraEhVEBdWGGfuMTVLrv4vyphPf9MFymO9Hh/znKo540A5S6wlHndY1krxH7ZblEhfnbA91FR260tmb9L+CrdMCm7UfO3pYwn0mzWirtA2quCpe03+1zg8gfFHLpJ09wA5ep74Zu4X9DpO/646TftHwEAAAAAAIBG4iLClokPrex2LMP35XoDDgv49qSXT6r36BlphZuZWFO/7BG71/iEkmXYRIZ1AcfV5h7vz8MOddscoNzLUl0YlxMSzgP6sFQfjsZkOxXaBkvm7xK+6oSHdtyTaj16q2ZJjuf/i/QeLuGwhgPXwRYy62nAstdIPZsjNruvFQAAAAAAAGgkNhG2THzoBD3C7yJqXvHcNpe4rBqbd28sJujid6BL+uWWhBW4Flvyf10yf9uGyLQe789nUn1oi5li90ye47G8l5aydpTI+6kl7xmebWcTvnzEG7eFr9J3ZNlQMYMOY2C5NJshcRdHf/Tgb/Zmh3fLYOA63LTUYXvg8o/kGAO+4uvvEP9h5wAAAAAAAKALsC1yfXnfjYhbXHOfnr17Hco814V9YjuyruJHWXHwoIT1zL1uyPt5j/fnVKkn3INNfH3rsazpDm0sOkYnVtiOBFuIIR8e3e8sZZzxUMY6CRfqppv4Ku7i6FCP/Waft7T3ceDyp4h5A+ZjRWPsvmP/v67gHXFPAAAAAAAAoJG4xA0tEx86zUrHhazPcAkugvz6LuwXm8Dl45I5U+gFFdDGlch7IM4jK/9TPd6fLhcGXvBcpnqE2zyGz3ssb6elrDcl8raFH7ns2XYLHPprXckyXEJh+PDqP2Up42qP/HZdF3dxfGmP/W7bNrQvBi7fFvJoX0V20NNHXxzHwDIP5ZnCkB1iOgkAAAAAANBMVjsuLLd6Ku+DQ1k+Y5U+kGoEKd+ck7ACsC30QlkRdZml/qt7vD9PSfXxxm9JtXGIbRejlvGCPirVhmxwCYEzvmQZuyxl3PfUlpChbrqJA+Iujm/qsd/tN1JfSBP97RgV82XIVXrqb3UcA2VPfiyy5L+E6SQAAAAAAEAzOem4sJzuqbyjjuXN81Sey9H7bowT+knMIW7KHlkflrBedqZ4sL9K1L8p/eni1erz8lmXix5V4PUlWrmcOBkOaL/VHm2X3LkwahhfLyoYE9s8lDFNwoW66TYWirs4fkF6i+9S38WQtrsk8sT31nsvRuL/LcNjhzHwsGQZ+6T3QxUBAAAAAAD0JS8cFpUvPZY3S9zEjJOeyvvpUFa3YRN9fMQlPmPI/72H/B9KmJAwTenP1w71nOypLL3U85NDeQ88ts924qTs5XTPLflP8vg+SkIlmDy7y8axH7CMXf3bOA/tsV3U+EZ6i3fi9nvSze3W+N15L4y0bUzND1RX3Vz7aCj3bs78kgsuD5as1xKHMfC9ZBmmkznXmUoCAAAAAAA0ExcvQ02nPZfrEhrjs/jxxPotzRPHD0n42KmmY/llNybGW+y+tw/687tDPX15Gl6TMe9FU3mHPbbPduLkXmD7+bCdCn2JCH9JzHHiN5Qsa4WlPVc89YstJv9p6S0Oibv3+NwurL8K468kf9gPW1vHBaqvKda4bjLNzJlfcrGojzj4T8R+cqYo+r4xbUjsZjoJAAAAAADQTLY5igprayrXx8WKTfQcNx0R/+ghf9vFgGVjp9pCtthEKhW8lje8P39VVM/E21nj9NtOgSzz2L6nlrIOWL6/Rlpe20WfWx9clDGv4glijvNvCys1wfL3Y1JNLPhPJcvZ7nmchGaq47PmI+a0b3RzOn3CJE+c8B81vANV+DZtWhW5lyQJNfTBQ/1s4V5+lsjbtrll+k2bGKXbUVrFlBMAAAAAAKD7sHkZJt5WvmM4Dzks7suG30hwiVE9NZB9NWzGugLfMdX1lId67TXkP+ohf1PIlk+W7yaXq32RzvGxm9KfVXi46wbCrzgtsJTlEhNXNyWuij0u+TiH9i0wfH9W3I9vDZ8JbbskfrAKZkkIihcFnwkVNXXTarbhMyav1l+e3rETpFyom0QA/CrhPI9DcFrcxPGvYt/EqAp9BtKXU/+d8/vvpXpx/K74j+mevgi3bCz8eRabfCqR95ESv5nJxcULmXICAAAAAAB0H98cBIVHgco+L27CfFmh85ZU46HejnqSJfFwl+f43iZLXVd4qNsdCXtx3UtD/pcN31sqY16gGxveny6bP9NK1ueLjAlrayxl3bTkl5zmcLm0bq0UF6FUnEzCSGwqYb8y8do3pvLZEf/beENZppAPyUWoWt8s8WuipS1XPY1RW7+YQt2oV/DnNps0hamOv2W+QwsVZVnq2dV0vEAetstdfbPHUJaedCq6mfKzw7NYlAGLTcrEBTeFgjOFRPo7/swxppsAAAAAAADdx3JHMeFMoPKXOJZ/oGQ5JxzKuOC5bepdnIg19yWfV6jJm/+zh7ppXUxhCMqGd5hqsXWWAKLi3Gj8mfM90J/PJZyIPy9lq0TM3mcpa78hv1Uy5q3v4r15xFKWqf9ux5+5Zinjg4QJ9bQuNf7Ptv17XtutTuVl6suNlrZs9jRObWPgUMb3dMMi2dC6Ks1kt7j9nqgYO7vGeuopg/Spi6KhXg5b2jnksc6LDL8ZumE4pWC+Q2153fZQ1xBziUExn5TJen6TDctXnvsDAAAAAAAAPHHKUUzYGLAOrxzK1+PjZS7fW+FQhi78p3lqUzq2sB4Zn5jju9pOU0xXH6LvsIQN77DBYutOXteTUmNBY1mP64H+vOJQzxsF6qNep4mH72iqnbYQSVknDpakxpxryJhrUiyu9flUvW2e3zbP2CIXS6bvOrjX9l4xxQRf0yEvHceJd/shS7kXxXw6ZpKnsWobA1kxj5PTGG9zvq+6jXuOv2m6cVV1eJXx8fvblxf7YqnmfgEVvj9K9v0X00vkvbTDs1AmtMqQxSZFN0VWW/LtZAPdwPwWt2k+000AAAAAAIDuQwXQz1LPZZxpDjjWoexx6/cOZYyULEMXyA9T+b2Q/B51KyroC1M4m7se8j8r+TwaVYxLLiAdFTexpQn9ucNxbOeJQ6uewYkHo/5vWgB7ZCmn06aHxgVPwjvkCe3wzlLW+A7fOZn6+0qHMg5aylBBf2qO9116M7DTJodJjG8XUtXuyUmCSw7lmy7JvO/xffpU8nsTJ5eQqtDfdBFviuO7IfFSrsqbV5/xN23l7/KQ72spdlLElQmGMaUbKWU3IDtt1B4tkd+KQL9th8Qcx74dtUuyobCP6SYAAAAAAEB3stdRQPARZsOEilsuFxd+lHKefq7tPVgw/53y50WRevlekaPmJ8UcDmDAg80/SlhB5b64x8LV/k8uZFOxc1EP9Weesf2XJS8VLR+L+Si/LeZy+9hRr81EGM+7kfAzRx9ruekNGdfYuwscbPfA4b2g7UzHwH+d0ZcfHG2n4VMSj3H1VLadtJhjacNej+/THznHwFnxH9qlbvRZGnV8PzyU4iFBXNATAe0ntPQ5XeMp/+2Gtj0rmfd4yfbE92W3TqFw9HegqOhu+v1cUKKepnsu2je3psnYpsUtAQAAAAAAgK5EYzt/EXdxPPQFZjcd63GuRBkqCr1wLEc9QV0v+1shY+Ju+uLDokK+yRPQRyzguZa2+/ActQl0Khaqx6Z6ViciloZBWdWD/XnRsY7f4udsTuq7s6QlfnXabOgkqP6ylHE8tpt6TOuJjUTgVgEs72V6NtE/CcW0rM2eeb03nznYTr3Yd8fvtfQ7bov86fmfhNPIEvV+WsbQcFt/PnMcF3ss9f/L47vU1i9JzGUN+ZC+YPCfHvuN0/AZHxyfvVHxHzpsQmzr9t/Z1/Fz7RPTaYF1BfPU92XWSZST4meT1vR+vFqwzlnzmiMBf9OSGPZqEw0plpwSUc/6SQIAAAAAAABdhy7MbSEROokH0wPWaThHXQ6UbLvrpoB6r2lM47XypwCmou6KuB7t4uxvD/ULfWnffgl72aeIm7d0u7iwpgf7U+Ln5ltOexQNMfS7QF53pHMIFBtF2qTCdN541is92k03AUxiVZ68ND6+q+fsDUs+PvlawC5NvYDThvbPwxx20M0O3VApc+fCkvg90+neCL3YelyAdqYvMm5PKtTm9cKenzFH0M2G1Z7rft3jb32Wd/d1D+Mo7zOlv6V/CQAAAAAAAHQV6pGqnqO2cAhZSUXIQ/KnZ6svBsQ9/nki5hRdeC6WfF7zeYSVsl7XJg9TX5f2mUKejHjqz1HJJyIsL1FWN/dnwgZPdVJbmbzr8wqj6g1dNObyjZxlZYUyceG8B9u5xFN3fTfmiT2v7zaTR79vj+1rOe2icbcHpXdR+x+WfBtHP+PfGH0f66bdjA42Gox/C/Xvu+N3Z9ZvmG6ALAvczoWG9+57cbvXYGI8Httt9St+fkJcYPpG3E67mFCP8TsZ3z/roY6LJf9caZEAAAAAAABAV6DinnpNfRK/wqEeMdbwCFc81vWkFPNEvRKLE3lQT7snnmyhi/utnmxwR8Je2jdezCLRNk/tcA0lojG0Z3gor1v7M80mKb4xlYR2mebJ7urVurNke7bkqHvZ+MQqRN4uaDeNNb7EsRyXMaShSPJsUtk835d7HmerJN/mSC8L42nmlBhDRZOK1Rr+aKCiNuq79J6YN5WH257FKfG/nZf/hg7R/z7l6R2dRfqdqP//a4f35Ov4N3526nu6qbc2rl8nL329x2GDpzoOij1UWHojYi5TTwAAAAAAgO5hTQUCgC/mlqhD0WPTW8Uc4zsrqSedes6u8yh86ALcJFz7uCjT5sHsSwTRcCemsBvqWbdP/ItG3dSfWWP8fs666eeX57C7zYv+svwZm7sMNrFRBaVDHm16SOxx1dOi+LacZdtObhwt0JbjYt6kCME5sce339Gnv4nqQX1VioUgynNKYpcUP5VRFhW7HxWs++/4naPjY0Lgek6QP+9QSD9b0+Pn90HO+r+NfyvHe67rboeyLwgxxgEAAAAAAKCh6BFoFd5UZNe4qirq/ZQxT7YX8d9UHFNvtUFMZmVubLNvsR319IKGfFDBY6jP+3NBXPYtGfOU1KRiaXIaQj27i4jY6l15KWV3/V8VsQ+IP1E8jYpGj1I2TsrTzY/JAcqbGrflbqqNWvbHuE+13xeWyF9FujepfFVkPyHNix+sJxUepPpFx9nNuH0TeT39z2NaBWw9reO64WI7cXJSuiuchj7vKnJfjsdC+l2TjAk9vTMSv4/WSbWC/sq4HrbQQvNj2z6J35Ht78uR+H2zIHB918bv7G+p8vVUzDEJE24OAAAAAAAAAAAAICjqsayX8uqGlG4s6SaCen8nImiSdKNBT2Zo6BIVZPVUwHrJf+ElAAAE5v8H1Nzq2hH0sZEAAAJSdEVYdE1hdGhNTAA8bWF0aCB4bWxucz0iaHR0cDovL3d3dy53My5vcmcvMTk5OC9NYXRoL01hdGhNTCI+PG1pPlA8L21pPjxtaT5yPC9taT48bWk+aTwvbWk+PG1pPm88L21pPjxtaT5yPC9taT48bWk+aTwvbWk+PG1pPnQ8L21pPjxtaT55PC9taT48bW8+JiN4QTA7PC9tbz48bW8+PTwvbW8+PG1mcmFjPjxtcm93Pjxtbz4mI3hBMDs8L21vPjxtaT5MPC9taT48bWk+aTwvbWk+PG1pPms8L21pPjxtaT5lPC9taT48bWk+bDwvbWk+PG1pPnk8L21pPjxtaT5oPC9taT48bWk+bzwvbWk+PG1pPm88L21pPjxtaT5kPC9taT48bW8+JiN4QTA7PC9tbz48bW8+JiN4RDc7PC9tbz48bW8+JiN4QTA7PC9tbz48bWk+UzwvbWk+PG1pPmU8L21pPjxtaT52PC9taT48bWk+ZTwvbWk+PG1pPnI8L21pPjxtaT50PC9taT48bWk+aTwvbWk+PG1pPnQ8L21pPjxtaT55PC9taT48L21yb3c+PG1yb3c+PG1pPlI8L21pPjxtaT5lPC9taT48bWk+bTwvbWk+PG1pPmU8L21pPjxtaT5kPC9taT48bWk+aTwvbWk+PG1pPmE8L21pPjxtaT5uPC9taT48bW8+JiN4QTA7PC9tbz48bWk+QzwvbWk+PG1pPm88L21pPjxtaT5zPC9taT48bWk+dDwvbWk+PC9tcm93PjwvbWZyYWM+PC9tYXRoPq4GO0YAAAAASUVORK5CYII=\&quot;,\&quot;slideId\&quot;:260,\&quot;accessibleText\&quot;:\&quot;P r i o r i t y space equals fraction numerator space L i k e l y h o o d space cross times space S e v e r t i t y over denominator R e m e d i a n space C o s t end fraction\&quot;,\&quot;imageHeight\&quot;:36.9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Technology Consulting Green variant</Template>
  <TotalTime>592</TotalTime>
  <Words>3189</Words>
  <Application>Microsoft Office PowerPoint</Application>
  <PresentationFormat>Widescreen</PresentationFormat>
  <Paragraphs>221</Paragraphs>
  <Slides>20</Slides>
  <Notes>20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20</vt:i4>
      </vt:variant>
    </vt:vector>
  </HeadingPairs>
  <TitlesOfParts>
    <vt:vector size="33" baseType="lpstr">
      <vt:lpstr>Proxima Nova Semibold</vt:lpstr>
      <vt:lpstr>Arial Nova</vt:lpstr>
      <vt:lpstr>Courier New</vt:lpstr>
      <vt:lpstr>Fjalla One</vt:lpstr>
      <vt:lpstr>Barlow Semi Condensed Medium</vt:lpstr>
      <vt:lpstr>Wingdings</vt:lpstr>
      <vt:lpstr>Barlow Semi Condensed</vt:lpstr>
      <vt:lpstr>Arial</vt:lpstr>
      <vt:lpstr>Proxima Nova</vt:lpstr>
      <vt:lpstr>Roboto Condensed Light</vt:lpstr>
      <vt:lpstr>Century Gothic</vt:lpstr>
      <vt:lpstr>Technology Consulting by Slidesgo</vt:lpstr>
      <vt:lpstr>Slidesgo Final Pages</vt:lpstr>
      <vt:lpstr>Green Pace</vt:lpstr>
      <vt:lpstr>Content</vt:lpstr>
      <vt:lpstr>OVERVIEW: DEFENSE IN DEPTH</vt:lpstr>
      <vt:lpstr>THREATS MATRIX</vt:lpstr>
      <vt:lpstr>10 PRINCIPLES</vt:lpstr>
      <vt:lpstr>CODING STANDARDS: ORDER OF PRIORITY</vt:lpstr>
      <vt:lpstr>ENCRYPTION POLICIES</vt:lpstr>
      <vt:lpstr>TRIPLE-A POLICIES</vt:lpstr>
      <vt:lpstr>Unit Testing</vt:lpstr>
      <vt:lpstr>Unit Testing</vt:lpstr>
      <vt:lpstr>Unit Testing</vt:lpstr>
      <vt:lpstr>Unit Testing</vt:lpstr>
      <vt:lpstr>AUTOMATION SUMMARY</vt:lpstr>
      <vt:lpstr>TOOLS</vt:lpstr>
      <vt:lpstr>RISKS AND BENEFITS</vt:lpstr>
      <vt:lpstr>RECOMMENDATIONS</vt:lpstr>
      <vt:lpstr>CONCLUSIONS</vt:lpstr>
      <vt:lpstr>REFERENCES</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Lora Rosario, Chakira</cp:lastModifiedBy>
  <cp:revision>11</cp:revision>
  <dcterms:created xsi:type="dcterms:W3CDTF">2020-08-19T17:59:24Z</dcterms:created>
  <dcterms:modified xsi:type="dcterms:W3CDTF">2026-10-25T21:21:10Z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